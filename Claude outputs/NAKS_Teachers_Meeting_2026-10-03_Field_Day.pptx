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 안녕하세요, 선생님들. 오늘은 30분 동안 두 가지를 나누겠습니다 — 다음 주 가을 방학, 그리고 10월 24일 가을 운동회입니다. 운동회는 선생님들의 도움이 꼭 필요해서, 오늘 회의 중에 역할 신청을 받겠습니다.
EN: Two topics in 30 minutes — next week's fall break and the Oct 24 field day. We'll take volunteer sign-ups for field day roles during the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 오늘 순서입니다. 방학 안내는 짧게 하고, 대부분의 시간은 운동회 계획과 역할 신청에 쓰겠습니다.
EN: Agenda — most of the time goes to the field day plan and sign-ups.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 다음 주 토요일 10월 10일은 가을 방학으로 수업이 없습니다. 10월 17일에 정상 수업으로 돌아옵니다. 오늘 수업 마칠 때 학생들과 학부모님들께 꼭 한 번 더 안내해 주세요.
EN: No class Sat Oct 10 (fall break). Classes resume Oct 17. Please remind students and parents at pickup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 올해 가을 운동회는 10월 24일 토요일, 브레이핸 스프링 공원에서 합니다. 2024년과 2025년 모두 1번 파빌리온을 썼습니다. 시간은 오전 10시부터 12시 30분까지이고, 셋업팀은 9시에 모입니다. 세부 순서는 잠정안입니다. (파빌리온 예약 여부는 이사회에 확인 필요.) 방학이 끼어 있어서 준비 기간이 실제로는 2주뿐입니다 — 오늘 역할을 정하는 이유입니다.
EN: Saturday Oct 24 at Brahan Spring Park (Pavilion #1 in 2024 and 2025), 10 AM–12:30 PM, setup crews at 9; the run of show is tentative. Pavilion booking for 2026 still to be confirmed with the board. With fall break in between, there are really only two class Saturdays to prepare — which is why roles get signed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 학교 기록을 찾아봤습니다. 이사회 회의록과 영수증 기준입니다. 2022년 봄소풍은 2번 파빌리온에서 시상식·점심·게임으로 약 80명(어른 40, 어린이 40)이 참석했습니다. 2023년부터 가을 운동회로 자리 잡았고, 회의록에 '학부모들의 적극적 참여와 긍정적 반응'이라고 남아 있습니다. 2024년 10/26, 2025년 11월 모두 1번 파빌리온이었습니다. 그 이전에는 봄소풍 형태였습니다 (2019년 Rhodes Ferry Park).
EN: From board minutes and receipts: 2022 spring picnic (Pavilion #2, awards + lunch + games, ~80 people); 2023 first fall field day (9/23) — minutes note strong parent participation; 2024 (10/26) and 2025 (Nov) at Pavilion #1. Earlier years were spring picnics (2019 at Rhodes Ferry Park).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 지난 몇 년의 영수증과 PTA 보고서를 보면 계속 반복된 것들이 있습니다. 학교 티셔츠와 팀 스카프, PTA 점심(김밥·과일·물·커피, 2023년엔 치킨윙과 아이스바), 상장과 사탕 상품, 그리고 학교 휴대용 스피커입니다. 올해도 이 네 가지는 그대로 가져가면 좋겠습니다.
EN: Repeated in receipts and PTA reports: school T-shirts + team scarves; PTA lunch (kimbap, fruit, water, coffee; wings and popsicles in 2023); certificates and candy prizes; the school's portable speaker.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 잠정 일정입니다. 9시에 셋업팀이 먼저 도착하고, 10시에 접수를 시작합니다. 개회와 한국 체조 후 청팀·백팀 릴레이, 11시부터 스테이션을 돌며 게임을 합니다 (줄다리기 포함). 12시 점심, 12시 30분 시상과 단체 사진으로 마칩니다.
EN: Tentative run of show — setup 9:00, check-in 10:00, opening + Korean stretch, Blue vs White relays, station rotation from 11:00 (tug-of-war included), lunch 12:00, awards and group photos at 12:30, and we’re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 청팀과 백팀, 두 팀으로 나눕니다. 각 반을 반반 나누면 나이가 골고루 섞이고, 형제자매는 같은 팀으로 하면 부모님들이 응원하기 편합니다. 지난번처럼 색 스카프로 팀을 구분하고, 모든 경기 점수는 점수판 하나에 모읍니다.
EN: Two teams — Blue and White. Split each class in half so ages mix; keep siblings together so parents can cheer one team. Colored scarves mark teams (as in past years); every event scores onto one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 게임 아이디어입니다. 팀 대항 릴레이와 줄다리기를 스테이션으로 돌아가며 합니다. '머리 위로 공 전달하기'는 지난번에 아이들이 가장 즐거워했던 장면입니다. 이어달리기, 2인 3각, 풍선 터뜨리기 릴레이를 함께 제안합니다. 줄다리기는 어린이전, 부모님전 한 판씩. 어린 반은 거리를 짧게 해 주세요.
EN: Game ideas — relays and tug-of-war, run as rotating stations. The over-the-head ball pass was a highlight last time. Also: classic relay race, three-legged race, balloon-pop relay. Tug-of-war: one kids’ round, one parents’ round. Shorter distances for the youngest classes.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 이제 오늘 회의의 가장 중요한 부분입니다. 운동회는 선생님들이 역할을 하나씩 맡아 주셔야 가능합니다. 올해 사회자는 제가 아닌 다른 선생님이 맡아 주시면 좋겠습니다. 다음 두 장에서 역할을 설명드리고, 신청표를 돌리겠습니다.
EN: The most important part — field day only works if every teacher takes a role. This year the announcer will be someone other than Demi. Two slides of roles, then the sign-up sheet goes around.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 제가 꼭 필요하다고 생각한 일곱 가지입니다. 사회자는 한국어와 영어로 두 분이 함께 하시면 한국어를 모르는 부모님들도 따라오기 쉽습니다. PTA 연락 담당은 선생님들 점심이 꼭 포함되도록 챙겨 주세요. 체조는 국민체조나 새천년 건강체조 중 리더가 골라 주세요.
EN: The seven core roles. A bilingual MC pair (Korean + English) helps non-Korean-speaking parents follow along. The PTA liaison makes sure teachers' lunch is covered. The stretch leader picks the routine.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 지난 운동회 기록을 보고 추가로 제안하는 역할입니다. 2023년 안내문·등록신청서·상장, 상품, 명찰과 팀 스카프 모두 누군가 맡아서 준비했던 일들입니다. 사진은 Media Release 동의서가 있는 학생만 웹사이트에 올릴 수 있습니다. 선생님 수보다 역할이 많으니, 가능하신 분은 두 가지를 맡아 주셔도 좋습니다.
EN: Roles suggested from past field days — every one was a job someone did (notices, sign-in forms, certificates, prizes, name tags, scarves). Photos go public only for students with a media release. More roles than teachers — some may take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 신청표입니다. 오늘 회의 중에 종이로 돌리거나, 이 화면을 보면서 바로 이름을 적겠습니다. 빈칸이 남는 역할은 학부모 자원봉사자에게 부탁드리겠습니다.
EN: The sign-up sheet — pass it around or fill it live on screen. Roles left open go to parent volunteers.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 10월 24일 운동회까지의 일정입니다. 오늘 역할 신청, 10/7까지 학부모 안내문과 참석 조사 발송, 10/10은 방학, 10/17에 준비물과 참석 인원을 최종 확인하고, 10/24 아침 9시에 셋업팀부터 모이고 10시에 시작합니다.
EN: Three weeks out — sign-ups today; parent notice + RSVP by Oct 7; Oct 10 break; Oct 17 final check of supplies and headcount; Oct 24 setup crews at 9, start at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 감사합니다. 질문이나 다른 게임 아이디어가 있으시면 지금 말씀해 주세요.
EN: Thank you — questions or other game ideas?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3" name="Image 0" descr="title.jpg">    </p:cNvPr>
          <p:cNvPicPr>
            <a:picLocks noChangeAspect="1"/>
          </p:cNvPicPr>
          <p:nvPr/>
        </p:nvPicPr>
        <p:blipFill>
          <a:blip r:embed="rId1"/>
          <a:stretch>
            <a:fillRect/>
          </a:stretch>
        </p:blipFill>
        <p:spPr>
          <a:xfrm>
            <a:off x="6309360" y="0"/>
            <a:ext cx="5882335" cy="6858000"/>
          </a:xfrm>
          <a:prstGeom prst="rect">
            <a:avLst/>
          </a:prstGeom>
        </p:spPr>
      </p:pic>
      <p:pic>
        <p:nvPicPr>
          <p:cNvPr id="4" name="Image 1" descr="logo-emblem.png">    </p:cNvPr>
          <p:cNvPicPr>
            <a:picLocks noChangeAspect="1"/>
          </p:cNvPicPr>
          <p:nvPr/>
        </p:nvPicPr>
        <p:blipFill>
          <a:blip r:embed="rId2"/>
          <a:stretch>
            <a:fillRect/>
          </a:stretch>
        </p:blipFill>
        <p:spPr>
          <a:xfrm>
            <a:off x="685800" y="548640"/>
            <a:ext cx="566928" cy="594360"/>
          </a:xfrm>
          <a:prstGeom prst="rect">
            <a:avLst/>
          </a:prstGeom>
        </p:spPr>
      </p:pic>
      <p:sp>
        <p:nvSpPr>
          <p:cNvPr id="5" name="Text 0"/>
          <p:cNvSpPr txBox="1"/>
          <p:nvPr/>
        </p:nvSpPr>
        <p:spPr>
          <a:xfrm>
            <a:off x="1417320" y="566928"/>
            <a:ext cx="4114800" cy="548640"/>
          </a:xfrm>
          <a:prstGeom prst="rect">
            <a:avLst/>
          </a:prstGeom>
          <a:noFill/>
          <a:ln/>
        </p:spPr>
        <p:txBody>
          <a:bodyPr wrap="square" lIns="0" tIns="0" rIns="0" bIns="0" rtlCol="0" anchor="ctr"/>
          <a:lstStyle/>
          <a:p>
            <a:pPr indent="0" marL="0">
              <a:buNone/>
            </a:pPr>
            <a:r>
              <a:rPr lang="en-US" sz="1200" b="1" dirty="0">
                <a:solidFill>
                  <a:srgbClr val="1D1D1F"/>
                </a:solidFill>
                <a:latin typeface="Arial" pitchFamily="34" charset="0"/>
                <a:ea typeface="Arial" pitchFamily="34" charset="-122"/>
                <a:cs typeface="Arial" pitchFamily="34" charset="-120"/>
              </a:rPr>
              <a:t>North Alabama Korean School</a:t>
            </a:r>
            <a:endParaRPr lang="en-US" sz="1200" dirty="0"/>
          </a:p>
          <a:p>
            <a:pPr indent="0" marL="0">
              <a:buNone/>
            </a:pPr>
            <a:r>
              <a:rPr lang="en-US" sz="1200" dirty="0">
                <a:solidFill>
                  <a:srgbClr val="6E6E73"/>
                </a:solidFill>
                <a:latin typeface="Arial" pitchFamily="34" charset="0"/>
                <a:ea typeface="Arial" pitchFamily="34" charset="-122"/>
                <a:cs typeface="Arial" pitchFamily="34" charset="-120"/>
              </a:rPr>
              <a:t>북알라바마 한국학교</a:t>
            </a:r>
            <a:endParaRPr lang="en-US" sz="1200" dirty="0"/>
          </a:p>
        </p:txBody>
      </p:sp>
      <p:sp>
        <p:nvSpPr>
          <p:cNvPr id="6" name="Text 1"/>
          <p:cNvSpPr txBox="1"/>
          <p:nvPr/>
        </p:nvSpPr>
        <p:spPr>
          <a:xfrm>
            <a:off x="685800" y="2103120"/>
            <a:ext cx="5394960" cy="365760"/>
          </a:xfrm>
          <a:prstGeom prst="rect">
            <a:avLst/>
          </a:prstGeom>
          <a:noFill/>
          <a:ln/>
        </p:spPr>
        <p:txBody>
          <a:bodyPr wrap="square" lIns="0" tIns="0" rIns="0" bIns="0" rtlCol="0" anchor="ctr"/>
          <a:lstStyle/>
          <a:p>
            <a:pPr indent="0" marL="0">
              <a:buNone/>
            </a:pPr>
            <a:r>
              <a:rPr lang="en-US" sz="1600" dirty="0">
                <a:solidFill>
                  <a:srgbClr val="6E6E73"/>
                </a:solidFill>
                <a:latin typeface="Arial" pitchFamily="34" charset="0"/>
                <a:ea typeface="Arial" pitchFamily="34" charset="-122"/>
                <a:cs typeface="Arial" pitchFamily="34" charset="-120"/>
              </a:rPr>
              <a:t>교사회의 · 2026년 10월 3일</a:t>
            </a:r>
            <a:endParaRPr lang="en-US" sz="1600" dirty="0"/>
          </a:p>
        </p:txBody>
      </p:sp>
      <p:sp>
        <p:nvSpPr>
          <p:cNvPr id="7" name="Text 2"/>
          <p:cNvSpPr txBox="1"/>
          <p:nvPr/>
        </p:nvSpPr>
        <p:spPr>
          <a:xfrm>
            <a:off x="685800" y="2560320"/>
            <a:ext cx="5394960" cy="1737360"/>
          </a:xfrm>
          <a:prstGeom prst="rect">
            <a:avLst/>
          </a:prstGeom>
          <a:noFill/>
          <a:ln/>
        </p:spPr>
        <p:txBody>
          <a:bodyPr wrap="square" lIns="0" tIns="0" rIns="0" bIns="0" rtlCol="0" anchor="t"/>
          <a:lstStyle/>
          <a:p>
            <a:pPr indent="0" marL="0">
              <a:lnSpc>
                <a:spcPct val="105000"/>
              </a:lnSpc>
              <a:buNone/>
            </a:pPr>
            <a:r>
              <a:rPr lang="en-US" sz="4800" b="1" dirty="0">
                <a:solidFill>
                  <a:srgbClr val="1D1D1F"/>
                </a:solidFill>
                <a:latin typeface="Arial" pitchFamily="34" charset="0"/>
                <a:ea typeface="Arial" pitchFamily="34" charset="-122"/>
                <a:cs typeface="Arial" pitchFamily="34" charset="-120"/>
              </a:rPr>
              <a:t>가을 운동회</a:t>
            </a:r>
            <a:endParaRPr lang="en-US" sz="4800" dirty="0"/>
          </a:p>
          <a:p>
            <a:pPr indent="0" marL="0">
              <a:lnSpc>
                <a:spcPct val="105000"/>
              </a:lnSpc>
              <a:buNone/>
            </a:pPr>
            <a:r>
              <a:rPr lang="en-US" sz="4800" b="1" dirty="0">
                <a:solidFill>
                  <a:srgbClr val="D23C4C"/>
                </a:solidFill>
                <a:latin typeface="Arial" pitchFamily="34" charset="0"/>
                <a:ea typeface="Arial" pitchFamily="34" charset="-122"/>
                <a:cs typeface="Arial" pitchFamily="34" charset="-120"/>
              </a:rPr>
              <a:t>준비 회의</a:t>
            </a:r>
            <a:endParaRPr lang="en-US" sz="4800" dirty="0"/>
          </a:p>
        </p:txBody>
      </p:sp>
      <p:sp>
        <p:nvSpPr>
          <p:cNvPr id="8" name="Text 3"/>
          <p:cNvSpPr txBox="1"/>
          <p:nvPr/>
        </p:nvSpPr>
        <p:spPr>
          <a:xfrm>
            <a:off x="685800" y="4343400"/>
            <a:ext cx="5394960" cy="411480"/>
          </a:xfrm>
          <a:prstGeom prst="rect">
            <a:avLst/>
          </a:prstGeom>
          <a:noFill/>
          <a:ln/>
        </p:spPr>
        <p:txBody>
          <a:bodyPr wrap="square" lIns="0" tIns="0" rIns="0" bIns="0" rtlCol="0" anchor="ctr"/>
          <a:lstStyle/>
          <a:p>
            <a:pPr indent="0" marL="0">
              <a:buNone/>
            </a:pPr>
            <a:r>
              <a:rPr lang="en-US" sz="2200" b="1" dirty="0">
                <a:solidFill>
                  <a:srgbClr val="1F4788"/>
                </a:solidFill>
                <a:latin typeface="Arial" pitchFamily="34" charset="0"/>
                <a:ea typeface="Arial" pitchFamily="34" charset="-122"/>
                <a:cs typeface="Arial" pitchFamily="34" charset="-120"/>
              </a:rPr>
              <a:t>+ 가을 방학 안내</a:t>
            </a:r>
            <a:endParaRPr lang="en-US" sz="2200" dirty="0"/>
          </a:p>
        </p:txBody>
      </p:sp>
      <p:sp>
        <p:nvSpPr>
          <p:cNvPr id="9" name="Text 4"/>
          <p:cNvSpPr txBox="1"/>
          <p:nvPr/>
        </p:nvSpPr>
        <p:spPr>
          <a:xfrm>
            <a:off x="685800" y="4892040"/>
            <a:ext cx="5394960" cy="365760"/>
          </a:xfrm>
          <a:prstGeom prst="rect">
            <a:avLst/>
          </a:prstGeom>
          <a:noFill/>
          <a:ln/>
        </p:spPr>
        <p:txBody>
          <a:bodyPr wrap="square" lIns="0" tIns="0" rIns="0" bIns="0" rtlCol="0" anchor="ctr"/>
          <a:lstStyle/>
          <a:p>
            <a:pPr indent="0" marL="0">
              <a:buNone/>
            </a:pPr>
            <a:r>
              <a:rPr lang="en-US" sz="1500" dirty="0">
                <a:solidFill>
                  <a:srgbClr val="6E6E73"/>
                </a:solidFill>
                <a:latin typeface="Arial" pitchFamily="34" charset="0"/>
                <a:ea typeface="Arial" pitchFamily="34" charset="-122"/>
                <a:cs typeface="Arial" pitchFamily="34" charset="-120"/>
              </a:rPr>
              <a:t>Teachers' Meeting — Fall Field Day planning &amp; Fall Break</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6400800"/>
            <a:ext cx="6400800" cy="274320"/>
          </a:xfrm>
          <a:prstGeom prst="rect">
            <a:avLst/>
          </a:prstGeom>
          <a:noFill/>
          <a:ln/>
        </p:spPr>
        <p:txBody>
          <a:bodyPr wrap="square" lIns="0" tIns="0" rIns="0" bIns="0" rtlCol="0" anchor="ctr"/>
          <a:lstStyle/>
          <a:p>
            <a:pPr indent="0" marL="0">
              <a:buNone/>
            </a:pPr>
            <a:r>
              <a:rPr lang="en-US" sz="1000" dirty="0">
                <a:solidFill>
                  <a:srgbClr val="6E6E73"/>
                </a:solidFill>
                <a:latin typeface="Arial" pitchFamily="34" charset="0"/>
                <a:ea typeface="Arial" pitchFamily="34" charset="-122"/>
                <a:cs typeface="Arial" pitchFamily="34" charset="-120"/>
              </a:rPr>
              <a:t>북알라바마 한국학교 · 교사회의 2026.10.03</a:t>
            </a:r>
            <a:endParaRPr lang="en-US" sz="1000" dirty="0"/>
          </a:p>
        </p:txBody>
      </p:sp>
      <p:sp>
        <p:nvSpPr>
          <p:cNvPr id="3" name="Text 1"/>
          <p:cNvSpPr txBox="1"/>
          <p:nvPr/>
        </p:nvSpPr>
        <p:spPr>
          <a:xfrm>
            <a:off x="10591495" y="6400800"/>
            <a:ext cx="914400" cy="274320"/>
          </a:xfrm>
          <a:prstGeom prst="rect">
            <a:avLst/>
          </a:prstGeom>
          <a:noFill/>
          <a:ln/>
        </p:spPr>
        <p:txBody>
          <a:bodyPr wrap="square" lIns="0" tIns="0" rIns="0" bIns="0" rtlCol="0" anchor="ctr"/>
          <a:lstStyle/>
          <a:p>
            <a:pPr algn="r" indent="0" marL="0">
              <a:buNone/>
            </a:pPr>
            <a:r>
              <a:rPr lang="en-US" sz="1000" dirty="0">
                <a:solidFill>
                  <a:srgbClr val="6E6E73"/>
                </a:solidFill>
                <a:latin typeface="Arial" pitchFamily="34" charset="0"/>
                <a:ea typeface="Arial" pitchFamily="34" charset="-122"/>
                <a:cs typeface="Arial" pitchFamily="34" charset="-120"/>
              </a:rPr>
              <a:t>2</a:t>
            </a:r>
            <a:endParaRPr lang="en-US" sz="1000" dirty="0"/>
          </a:p>
        </p:txBody>
      </p:sp>
      <p:sp>
        <p:nvSpPr>
          <p:cNvPr id="5" name="Shape 2"/>
          <p:cNvSpPr/>
          <p:nvPr/>
        </p:nvSpPr>
        <p:spPr>
          <a:xfrm>
            <a:off x="685800" y="731520"/>
            <a:ext cx="182880" cy="182880"/>
          </a:xfrm>
          <a:prstGeom prst="ellipse">
            <a:avLst/>
          </a:prstGeom>
          <a:solidFill>
            <a:srgbClr val="9BC23A"/>
          </a:solidFill>
          <a:ln w="12700">
            <a:solidFill>
              <a:srgbClr val="9BC23A"/>
            </a:solidFill>
            <a:prstDash val="solid"/>
          </a:ln>
        </p:spPr>
      </p:sp>
      <p:sp>
        <p:nvSpPr>
          <p:cNvPr id="6" name="Text 3"/>
          <p:cNvSpPr txBox="1"/>
          <p:nvPr/>
        </p:nvSpPr>
        <p:spPr>
          <a:xfrm>
            <a:off x="1051560" y="548640"/>
            <a:ext cx="10454335" cy="548640"/>
          </a:xfrm>
          <a:prstGeom prst="rect">
            <a:avLst/>
          </a:prstGeom>
          <a:noFill/>
          <a:ln/>
        </p:spPr>
        <p:txBody>
          <a:bodyPr wrap="square" lIns="0" tIns="0" rIns="0" bIns="0" rtlCol="0" anchor="ctr"/>
          <a:lstStyle/>
          <a:p>
            <a:pPr indent="0" marL="0">
              <a:buNone/>
            </a:pPr>
            <a:r>
              <a:rPr lang="en-US" sz="3200" b="1" dirty="0">
                <a:solidFill>
                  <a:srgbClr val="1D1D1F"/>
                </a:solidFill>
                <a:latin typeface="Arial" pitchFamily="34" charset="0"/>
                <a:ea typeface="Arial" pitchFamily="34" charset="-122"/>
                <a:cs typeface="Arial" pitchFamily="34" charset="-120"/>
              </a:rPr>
              <a:t>오늘의 순서</a:t>
            </a:r>
            <a:pPr indent="0" marL="0">
              <a:buNone/>
            </a:pPr>
            <a:r>
              <a:rPr lang="en-US" sz="1800" dirty="0">
                <a:solidFill>
                  <a:srgbClr val="6E6E73"/>
                </a:solidFill>
                <a:latin typeface="Arial" pitchFamily="34" charset="0"/>
                <a:ea typeface="Arial" pitchFamily="34" charset="-122"/>
                <a:cs typeface="Arial" pitchFamily="34" charset="-120"/>
              </a:rPr>
              <a:t>   Agenda · 30분</a:t>
            </a:r>
            <a:endParaRPr lang="en-US" sz="3200" dirty="0"/>
          </a:p>
        </p:txBody>
      </p:sp>
      <p:sp>
        <p:nvSpPr>
          <p:cNvPr id="7" name="Text 4"/>
          <p:cNvSpPr txBox="1"/>
          <p:nvPr/>
        </p:nvSpPr>
        <p:spPr>
          <a:xfrm>
            <a:off x="685800" y="1600200"/>
            <a:ext cx="822960" cy="640080"/>
          </a:xfrm>
          <a:prstGeom prst="rect">
            <a:avLst/>
          </a:prstGeom>
          <a:noFill/>
          <a:ln/>
        </p:spPr>
        <p:txBody>
          <a:bodyPr wrap="square" lIns="0" tIns="0" rIns="0" bIns="0" rtlCol="0" anchor="ctr"/>
          <a:lstStyle/>
          <a:p>
            <a:pPr indent="0" marL="0">
              <a:buNone/>
            </a:pPr>
            <a:r>
              <a:rPr lang="en-US" sz="2800" b="1" dirty="0">
                <a:solidFill>
                  <a:srgbClr val="D23C4C"/>
                </a:solidFill>
                <a:latin typeface="Arial" pitchFamily="34" charset="0"/>
                <a:ea typeface="Arial" pitchFamily="34" charset="-122"/>
                <a:cs typeface="Arial" pitchFamily="34" charset="-120"/>
              </a:rPr>
              <a:t>01</a:t>
            </a:r>
            <a:endParaRPr lang="en-US" sz="2800" dirty="0"/>
          </a:p>
        </p:txBody>
      </p:sp>
      <p:sp>
        <p:nvSpPr>
          <p:cNvPr id="8" name="Text 5"/>
          <p:cNvSpPr txBox="1"/>
          <p:nvPr/>
        </p:nvSpPr>
        <p:spPr>
          <a:xfrm>
            <a:off x="1691640" y="1600200"/>
            <a:ext cx="7315200" cy="685800"/>
          </a:xfrm>
          <a:prstGeom prst="rect">
            <a:avLst/>
          </a:prstGeom>
          <a:noFill/>
          <a:ln/>
        </p:spPr>
        <p:txBody>
          <a:bodyPr wrap="square" lIns="0" tIns="0" rIns="0" bIns="0" rtlCol="0" anchor="ctr"/>
          <a:lstStyle/>
          <a:p>
            <a:pPr indent="0" marL="0">
              <a:buNone/>
            </a:pPr>
            <a:r>
              <a:rPr lang="en-US" sz="2200" b="1" dirty="0">
                <a:solidFill>
                  <a:srgbClr val="1D1D1F"/>
                </a:solidFill>
                <a:latin typeface="Arial" pitchFamily="34" charset="0"/>
                <a:ea typeface="Arial" pitchFamily="34" charset="-122"/>
                <a:cs typeface="Arial" pitchFamily="34" charset="-120"/>
              </a:rPr>
              <a:t>가을 방학 안내</a:t>
            </a:r>
            <a:endParaRPr lang="en-US" sz="2200" dirty="0"/>
          </a:p>
          <a:p>
            <a:pPr indent="0" marL="0">
              <a:buNone/>
            </a:pPr>
            <a:r>
              <a:rPr lang="en-US" sz="1400" dirty="0">
                <a:solidFill>
                  <a:srgbClr val="6E6E73"/>
                </a:solidFill>
                <a:latin typeface="Arial" pitchFamily="34" charset="0"/>
                <a:ea typeface="Arial" pitchFamily="34" charset="-122"/>
                <a:cs typeface="Arial" pitchFamily="34" charset="-120"/>
              </a:rPr>
              <a:t>Fall break — Oct 10</a:t>
            </a:r>
            <a:endParaRPr lang="en-US" sz="2200" dirty="0"/>
          </a:p>
        </p:txBody>
      </p:sp>
      <p:sp>
        <p:nvSpPr>
          <p:cNvPr id="9" name="Text 6"/>
          <p:cNvSpPr txBox="1"/>
          <p:nvPr/>
        </p:nvSpPr>
        <p:spPr>
          <a:xfrm>
            <a:off x="9677095" y="1600200"/>
            <a:ext cx="1828800" cy="640080"/>
          </a:xfrm>
          <a:prstGeom prst="rect">
            <a:avLst/>
          </a:prstGeom>
          <a:noFill/>
          <a:ln/>
        </p:spPr>
        <p:txBody>
          <a:bodyPr wrap="square" lIns="0" tIns="0" rIns="0" bIns="0" rtlCol="0" anchor="ctr"/>
          <a:lstStyle/>
          <a:p>
            <a:pPr algn="r" indent="0" marL="0">
              <a:buNone/>
            </a:pPr>
            <a:r>
              <a:rPr lang="en-US" sz="2000" dirty="0">
                <a:solidFill>
                  <a:srgbClr val="6E6E73"/>
                </a:solidFill>
                <a:latin typeface="Arial" pitchFamily="34" charset="0"/>
                <a:ea typeface="Arial" pitchFamily="34" charset="-122"/>
                <a:cs typeface="Arial" pitchFamily="34" charset="-120"/>
              </a:rPr>
              <a:t>3분</a:t>
            </a:r>
            <a:endParaRPr lang="en-US" sz="2000" dirty="0"/>
          </a:p>
        </p:txBody>
      </p:sp>
      <p:sp>
        <p:nvSpPr>
          <p:cNvPr id="10" name="Shape 7"/>
          <p:cNvSpPr/>
          <p:nvPr/>
        </p:nvSpPr>
        <p:spPr>
          <a:xfrm>
            <a:off x="685800" y="2386584"/>
            <a:ext cx="10820095" cy="0"/>
          </a:xfrm>
          <a:prstGeom prst="line">
            <a:avLst/>
          </a:prstGeom>
          <a:noFill/>
          <a:ln w="9525">
            <a:solidFill>
              <a:srgbClr val="E3E3E6"/>
            </a:solidFill>
            <a:prstDash val="solid"/>
          </a:ln>
        </p:spPr>
      </p:sp>
      <p:sp>
        <p:nvSpPr>
          <p:cNvPr id="11" name="Text 8"/>
          <p:cNvSpPr txBox="1"/>
          <p:nvPr/>
        </p:nvSpPr>
        <p:spPr>
          <a:xfrm>
            <a:off x="685800" y="2496312"/>
            <a:ext cx="822960" cy="640080"/>
          </a:xfrm>
          <a:prstGeom prst="rect">
            <a:avLst/>
          </a:prstGeom>
          <a:noFill/>
          <a:ln/>
        </p:spPr>
        <p:txBody>
          <a:bodyPr wrap="square" lIns="0" tIns="0" rIns="0" bIns="0" rtlCol="0" anchor="ctr"/>
          <a:lstStyle/>
          <a:p>
            <a:pPr indent="0" marL="0">
              <a:buNone/>
            </a:pPr>
            <a:r>
              <a:rPr lang="en-US" sz="2800" b="1" dirty="0">
                <a:solidFill>
                  <a:srgbClr val="D23C4C"/>
                </a:solidFill>
                <a:latin typeface="Arial" pitchFamily="34" charset="0"/>
                <a:ea typeface="Arial" pitchFamily="34" charset="-122"/>
                <a:cs typeface="Arial" pitchFamily="34" charset="-120"/>
              </a:rPr>
              <a:t>02</a:t>
            </a:r>
            <a:endParaRPr lang="en-US" sz="2800" dirty="0"/>
          </a:p>
        </p:txBody>
      </p:sp>
      <p:sp>
        <p:nvSpPr>
          <p:cNvPr id="12" name="Text 9"/>
          <p:cNvSpPr txBox="1"/>
          <p:nvPr/>
        </p:nvSpPr>
        <p:spPr>
          <a:xfrm>
            <a:off x="1691640" y="2496312"/>
            <a:ext cx="7315200" cy="685800"/>
          </a:xfrm>
          <a:prstGeom prst="rect">
            <a:avLst/>
          </a:prstGeom>
          <a:noFill/>
          <a:ln/>
        </p:spPr>
        <p:txBody>
          <a:bodyPr wrap="square" lIns="0" tIns="0" rIns="0" bIns="0" rtlCol="0" anchor="ctr"/>
          <a:lstStyle/>
          <a:p>
            <a:pPr indent="0" marL="0">
              <a:buNone/>
            </a:pPr>
            <a:r>
              <a:rPr lang="en-US" sz="2200" b="1" dirty="0">
                <a:solidFill>
                  <a:srgbClr val="1D1D1F"/>
                </a:solidFill>
                <a:latin typeface="Arial" pitchFamily="34" charset="0"/>
                <a:ea typeface="Arial" pitchFamily="34" charset="-122"/>
                <a:cs typeface="Arial" pitchFamily="34" charset="-120"/>
              </a:rPr>
              <a:t>지난 운동회 돌아보기</a:t>
            </a:r>
            <a:endParaRPr lang="en-US" sz="2200" dirty="0"/>
          </a:p>
          <a:p>
            <a:pPr indent="0" marL="0">
              <a:buNone/>
            </a:pPr>
            <a:r>
              <a:rPr lang="en-US" sz="1400" dirty="0">
                <a:solidFill>
                  <a:srgbClr val="6E6E73"/>
                </a:solidFill>
                <a:latin typeface="Arial" pitchFamily="34" charset="0"/>
                <a:ea typeface="Arial" pitchFamily="34" charset="-122"/>
                <a:cs typeface="Arial" pitchFamily="34" charset="-120"/>
              </a:rPr>
              <a:t>What we've done before</a:t>
            </a:r>
            <a:endParaRPr lang="en-US" sz="2200" dirty="0"/>
          </a:p>
        </p:txBody>
      </p:sp>
      <p:sp>
        <p:nvSpPr>
          <p:cNvPr id="13" name="Text 10"/>
          <p:cNvSpPr txBox="1"/>
          <p:nvPr/>
        </p:nvSpPr>
        <p:spPr>
          <a:xfrm>
            <a:off x="9677095" y="2496312"/>
            <a:ext cx="1828800" cy="640080"/>
          </a:xfrm>
          <a:prstGeom prst="rect">
            <a:avLst/>
          </a:prstGeom>
          <a:noFill/>
          <a:ln/>
        </p:spPr>
        <p:txBody>
          <a:bodyPr wrap="square" lIns="0" tIns="0" rIns="0" bIns="0" rtlCol="0" anchor="ctr"/>
          <a:lstStyle/>
          <a:p>
            <a:pPr algn="r" indent="0" marL="0">
              <a:buNone/>
            </a:pPr>
            <a:r>
              <a:rPr lang="en-US" sz="2000" dirty="0">
                <a:solidFill>
                  <a:srgbClr val="6E6E73"/>
                </a:solidFill>
                <a:latin typeface="Arial" pitchFamily="34" charset="0"/>
                <a:ea typeface="Arial" pitchFamily="34" charset="-122"/>
                <a:cs typeface="Arial" pitchFamily="34" charset="-120"/>
              </a:rPr>
              <a:t>5분</a:t>
            </a:r>
            <a:endParaRPr lang="en-US" sz="2000" dirty="0"/>
          </a:p>
        </p:txBody>
      </p:sp>
      <p:sp>
        <p:nvSpPr>
          <p:cNvPr id="14" name="Shape 11"/>
          <p:cNvSpPr/>
          <p:nvPr/>
        </p:nvSpPr>
        <p:spPr>
          <a:xfrm>
            <a:off x="685800" y="3282696"/>
            <a:ext cx="10820095" cy="0"/>
          </a:xfrm>
          <a:prstGeom prst="line">
            <a:avLst/>
          </a:prstGeom>
          <a:noFill/>
          <a:ln w="9525">
            <a:solidFill>
              <a:srgbClr val="E3E3E6"/>
            </a:solidFill>
            <a:prstDash val="solid"/>
          </a:ln>
        </p:spPr>
      </p:sp>
      <p:sp>
        <p:nvSpPr>
          <p:cNvPr id="15" name="Text 12"/>
          <p:cNvSpPr txBox="1"/>
          <p:nvPr/>
        </p:nvSpPr>
        <p:spPr>
          <a:xfrm>
            <a:off x="685800" y="3392424"/>
            <a:ext cx="822960" cy="640080"/>
          </a:xfrm>
          <a:prstGeom prst="rect">
            <a:avLst/>
          </a:prstGeom>
          <a:noFill/>
          <a:ln/>
        </p:spPr>
        <p:txBody>
          <a:bodyPr wrap="square" lIns="0" tIns="0" rIns="0" bIns="0" rtlCol="0" anchor="ctr"/>
          <a:lstStyle/>
          <a:p>
            <a:pPr indent="0" marL="0">
              <a:buNone/>
            </a:pPr>
            <a:r>
              <a:rPr lang="en-US" sz="2800" b="1" dirty="0">
                <a:solidFill>
                  <a:srgbClr val="D23C4C"/>
                </a:solidFill>
                <a:latin typeface="Arial" pitchFamily="34" charset="0"/>
                <a:ea typeface="Arial" pitchFamily="34" charset="-122"/>
                <a:cs typeface="Arial" pitchFamily="34" charset="-120"/>
              </a:rPr>
              <a:t>03</a:t>
            </a:r>
            <a:endParaRPr lang="en-US" sz="2800" dirty="0"/>
          </a:p>
        </p:txBody>
      </p:sp>
      <p:sp>
        <p:nvSpPr>
          <p:cNvPr id="16" name="Text 13"/>
          <p:cNvSpPr txBox="1"/>
          <p:nvPr/>
        </p:nvSpPr>
        <p:spPr>
          <a:xfrm>
            <a:off x="1691640" y="3392424"/>
            <a:ext cx="7315200" cy="685800"/>
          </a:xfrm>
          <a:prstGeom prst="rect">
            <a:avLst/>
          </a:prstGeom>
          <a:noFill/>
          <a:ln/>
        </p:spPr>
        <p:txBody>
          <a:bodyPr wrap="square" lIns="0" tIns="0" rIns="0" bIns="0" rtlCol="0" anchor="ctr"/>
          <a:lstStyle/>
          <a:p>
            <a:pPr indent="0" marL="0">
              <a:buNone/>
            </a:pPr>
            <a:r>
              <a:rPr lang="en-US" sz="2200" b="1" dirty="0">
                <a:solidFill>
                  <a:srgbClr val="1D1D1F"/>
                </a:solidFill>
                <a:latin typeface="Arial" pitchFamily="34" charset="0"/>
                <a:ea typeface="Arial" pitchFamily="34" charset="-122"/>
                <a:cs typeface="Arial" pitchFamily="34" charset="-120"/>
              </a:rPr>
              <a:t>올해 계획 · 게임 아이디어</a:t>
            </a:r>
            <a:endParaRPr lang="en-US" sz="2200" dirty="0"/>
          </a:p>
          <a:p>
            <a:pPr indent="0" marL="0">
              <a:buNone/>
            </a:pPr>
            <a:r>
              <a:rPr lang="en-US" sz="1400" dirty="0">
                <a:solidFill>
                  <a:srgbClr val="6E6E73"/>
                </a:solidFill>
                <a:latin typeface="Arial" pitchFamily="34" charset="0"/>
                <a:ea typeface="Arial" pitchFamily="34" charset="-122"/>
                <a:cs typeface="Arial" pitchFamily="34" charset="-120"/>
              </a:rPr>
              <a:t>This year's tentative plan &amp; games</a:t>
            </a:r>
            <a:endParaRPr lang="en-US" sz="2200" dirty="0"/>
          </a:p>
        </p:txBody>
      </p:sp>
      <p:sp>
        <p:nvSpPr>
          <p:cNvPr id="17" name="Text 14"/>
          <p:cNvSpPr txBox="1"/>
          <p:nvPr/>
        </p:nvSpPr>
        <p:spPr>
          <a:xfrm>
            <a:off x="9677095" y="3392424"/>
            <a:ext cx="1828800" cy="640080"/>
          </a:xfrm>
          <a:prstGeom prst="rect">
            <a:avLst/>
          </a:prstGeom>
          <a:noFill/>
          <a:ln/>
        </p:spPr>
        <p:txBody>
          <a:bodyPr wrap="square" lIns="0" tIns="0" rIns="0" bIns="0" rtlCol="0" anchor="ctr"/>
          <a:lstStyle/>
          <a:p>
            <a:pPr algn="r" indent="0" marL="0">
              <a:buNone/>
            </a:pPr>
            <a:r>
              <a:rPr lang="en-US" sz="2000" dirty="0">
                <a:solidFill>
                  <a:srgbClr val="6E6E73"/>
                </a:solidFill>
                <a:latin typeface="Arial" pitchFamily="34" charset="0"/>
                <a:ea typeface="Arial" pitchFamily="34" charset="-122"/>
                <a:cs typeface="Arial" pitchFamily="34" charset="-120"/>
              </a:rPr>
              <a:t>10분</a:t>
            </a:r>
            <a:endParaRPr lang="en-US" sz="2000" dirty="0"/>
          </a:p>
        </p:txBody>
      </p:sp>
      <p:sp>
        <p:nvSpPr>
          <p:cNvPr id="18" name="Shape 15"/>
          <p:cNvSpPr/>
          <p:nvPr/>
        </p:nvSpPr>
        <p:spPr>
          <a:xfrm>
            <a:off x="685800" y="4178808"/>
            <a:ext cx="10820095" cy="0"/>
          </a:xfrm>
          <a:prstGeom prst="line">
            <a:avLst/>
          </a:prstGeom>
          <a:noFill/>
          <a:ln w="9525">
            <a:solidFill>
              <a:srgbClr val="E3E3E6"/>
            </a:solidFill>
            <a:prstDash val="solid"/>
          </a:ln>
        </p:spPr>
      </p:sp>
      <p:sp>
        <p:nvSpPr>
          <p:cNvPr id="19" name="Text 16"/>
          <p:cNvSpPr txBox="1"/>
          <p:nvPr/>
        </p:nvSpPr>
        <p:spPr>
          <a:xfrm>
            <a:off x="685800" y="4288536"/>
            <a:ext cx="822960" cy="640080"/>
          </a:xfrm>
          <a:prstGeom prst="rect">
            <a:avLst/>
          </a:prstGeom>
          <a:noFill/>
          <a:ln/>
        </p:spPr>
        <p:txBody>
          <a:bodyPr wrap="square" lIns="0" tIns="0" rIns="0" bIns="0" rtlCol="0" anchor="ctr"/>
          <a:lstStyle/>
          <a:p>
            <a:pPr indent="0" marL="0">
              <a:buNone/>
            </a:pPr>
            <a:r>
              <a:rPr lang="en-US" sz="2800" b="1" dirty="0">
                <a:solidFill>
                  <a:srgbClr val="D23C4C"/>
                </a:solidFill>
                <a:latin typeface="Arial" pitchFamily="34" charset="0"/>
                <a:ea typeface="Arial" pitchFamily="34" charset="-122"/>
                <a:cs typeface="Arial" pitchFamily="34" charset="-120"/>
              </a:rPr>
              <a:t>04</a:t>
            </a:r>
            <a:endParaRPr lang="en-US" sz="2800" dirty="0"/>
          </a:p>
        </p:txBody>
      </p:sp>
      <p:sp>
        <p:nvSpPr>
          <p:cNvPr id="20" name="Text 17"/>
          <p:cNvSpPr txBox="1"/>
          <p:nvPr/>
        </p:nvSpPr>
        <p:spPr>
          <a:xfrm>
            <a:off x="1691640" y="4288536"/>
            <a:ext cx="7315200" cy="685800"/>
          </a:xfrm>
          <a:prstGeom prst="rect">
            <a:avLst/>
          </a:prstGeom>
          <a:noFill/>
          <a:ln/>
        </p:spPr>
        <p:txBody>
          <a:bodyPr wrap="square" lIns="0" tIns="0" rIns="0" bIns="0" rtlCol="0" anchor="ctr"/>
          <a:lstStyle/>
          <a:p>
            <a:pPr indent="0" marL="0">
              <a:buNone/>
            </a:pPr>
            <a:r>
              <a:rPr lang="en-US" sz="2200" b="1" dirty="0">
                <a:solidFill>
                  <a:srgbClr val="1D1D1F"/>
                </a:solidFill>
                <a:latin typeface="Arial" pitchFamily="34" charset="0"/>
                <a:ea typeface="Arial" pitchFamily="34" charset="-122"/>
                <a:cs typeface="Arial" pitchFamily="34" charset="-120"/>
              </a:rPr>
              <a:t>역할 신청</a:t>
            </a:r>
            <a:endParaRPr lang="en-US" sz="2200" dirty="0"/>
          </a:p>
          <a:p>
            <a:pPr indent="0" marL="0">
              <a:buNone/>
            </a:pPr>
            <a:r>
              <a:rPr lang="en-US" sz="1400" dirty="0">
                <a:solidFill>
                  <a:srgbClr val="6E6E73"/>
                </a:solidFill>
                <a:latin typeface="Arial" pitchFamily="34" charset="0"/>
                <a:ea typeface="Arial" pitchFamily="34" charset="-122"/>
                <a:cs typeface="Arial" pitchFamily="34" charset="-120"/>
              </a:rPr>
              <a:t>Volunteer sign-up</a:t>
            </a:r>
            <a:endParaRPr lang="en-US" sz="2200" dirty="0"/>
          </a:p>
        </p:txBody>
      </p:sp>
      <p:sp>
        <p:nvSpPr>
          <p:cNvPr id="21" name="Text 18"/>
          <p:cNvSpPr txBox="1"/>
          <p:nvPr/>
        </p:nvSpPr>
        <p:spPr>
          <a:xfrm>
            <a:off x="9677095" y="4288536"/>
            <a:ext cx="1828800" cy="640080"/>
          </a:xfrm>
          <a:prstGeom prst="rect">
            <a:avLst/>
          </a:prstGeom>
          <a:noFill/>
          <a:ln/>
        </p:spPr>
        <p:txBody>
          <a:bodyPr wrap="square" lIns="0" tIns="0" rIns="0" bIns="0" rtlCol="0" anchor="ctr"/>
          <a:lstStyle/>
          <a:p>
            <a:pPr algn="r" indent="0" marL="0">
              <a:buNone/>
            </a:pPr>
            <a:r>
              <a:rPr lang="en-US" sz="2000" dirty="0">
                <a:solidFill>
                  <a:srgbClr val="6E6E73"/>
                </a:solidFill>
                <a:latin typeface="Arial" pitchFamily="34" charset="0"/>
                <a:ea typeface="Arial" pitchFamily="34" charset="-122"/>
                <a:cs typeface="Arial" pitchFamily="34" charset="-120"/>
              </a:rPr>
              <a:t>10분</a:t>
            </a:r>
            <a:endParaRPr lang="en-US" sz="2000" dirty="0"/>
          </a:p>
        </p:txBody>
      </p:sp>
      <p:sp>
        <p:nvSpPr>
          <p:cNvPr id="22" name="Shape 19"/>
          <p:cNvSpPr/>
          <p:nvPr/>
        </p:nvSpPr>
        <p:spPr>
          <a:xfrm>
            <a:off x="685800" y="5074920"/>
            <a:ext cx="10820095" cy="0"/>
          </a:xfrm>
          <a:prstGeom prst="line">
            <a:avLst/>
          </a:prstGeom>
          <a:noFill/>
          <a:ln w="9525">
            <a:solidFill>
              <a:srgbClr val="E3E3E6"/>
            </a:solidFill>
            <a:prstDash val="solid"/>
          </a:ln>
        </p:spPr>
      </p:sp>
      <p:sp>
        <p:nvSpPr>
          <p:cNvPr id="23" name="Text 20"/>
          <p:cNvSpPr txBox="1"/>
          <p:nvPr/>
        </p:nvSpPr>
        <p:spPr>
          <a:xfrm>
            <a:off x="685800" y="5184648"/>
            <a:ext cx="822960" cy="640080"/>
          </a:xfrm>
          <a:prstGeom prst="rect">
            <a:avLst/>
          </a:prstGeom>
          <a:noFill/>
          <a:ln/>
        </p:spPr>
        <p:txBody>
          <a:bodyPr wrap="square" lIns="0" tIns="0" rIns="0" bIns="0" rtlCol="0" anchor="ctr"/>
          <a:lstStyle/>
          <a:p>
            <a:pPr indent="0" marL="0">
              <a:buNone/>
            </a:pPr>
            <a:r>
              <a:rPr lang="en-US" sz="2800" b="1" dirty="0">
                <a:solidFill>
                  <a:srgbClr val="D23C4C"/>
                </a:solidFill>
                <a:latin typeface="Arial" pitchFamily="34" charset="0"/>
                <a:ea typeface="Arial" pitchFamily="34" charset="-122"/>
                <a:cs typeface="Arial" pitchFamily="34" charset="-120"/>
              </a:rPr>
              <a:t>05</a:t>
            </a:r>
            <a:endParaRPr lang="en-US" sz="2800" dirty="0"/>
          </a:p>
        </p:txBody>
      </p:sp>
      <p:sp>
        <p:nvSpPr>
          <p:cNvPr id="24" name="Text 21"/>
          <p:cNvSpPr txBox="1"/>
          <p:nvPr/>
        </p:nvSpPr>
        <p:spPr>
          <a:xfrm>
            <a:off x="1691640" y="5184648"/>
            <a:ext cx="7315200" cy="685800"/>
          </a:xfrm>
          <a:prstGeom prst="rect">
            <a:avLst/>
          </a:prstGeom>
          <a:noFill/>
          <a:ln/>
        </p:spPr>
        <p:txBody>
          <a:bodyPr wrap="square" lIns="0" tIns="0" rIns="0" bIns="0" rtlCol="0" anchor="ctr"/>
          <a:lstStyle/>
          <a:p>
            <a:pPr indent="0" marL="0">
              <a:buNone/>
            </a:pPr>
            <a:r>
              <a:rPr lang="en-US" sz="2200" b="1" dirty="0">
                <a:solidFill>
                  <a:srgbClr val="1D1D1F"/>
                </a:solidFill>
                <a:latin typeface="Arial" pitchFamily="34" charset="0"/>
                <a:ea typeface="Arial" pitchFamily="34" charset="-122"/>
                <a:cs typeface="Arial" pitchFamily="34" charset="-120"/>
              </a:rPr>
              <a:t>질문</a:t>
            </a:r>
            <a:endParaRPr lang="en-US" sz="2200" dirty="0"/>
          </a:p>
          <a:p>
            <a:pPr indent="0" marL="0">
              <a:buNone/>
            </a:pPr>
            <a:r>
              <a:rPr lang="en-US" sz="1400" dirty="0">
                <a:solidFill>
                  <a:srgbClr val="6E6E73"/>
                </a:solidFill>
                <a:latin typeface="Arial" pitchFamily="34" charset="0"/>
                <a:ea typeface="Arial" pitchFamily="34" charset="-122"/>
                <a:cs typeface="Arial" pitchFamily="34" charset="-120"/>
              </a:rPr>
              <a:t>Questions</a:t>
            </a:r>
            <a:endParaRPr lang="en-US" sz="2200" dirty="0"/>
          </a:p>
        </p:txBody>
      </p:sp>
      <p:sp>
        <p:nvSpPr>
          <p:cNvPr id="25" name="Text 22"/>
          <p:cNvSpPr txBox="1"/>
          <p:nvPr/>
        </p:nvSpPr>
        <p:spPr>
          <a:xfrm>
            <a:off x="9677095" y="5184648"/>
            <a:ext cx="1828800" cy="640080"/>
          </a:xfrm>
          <a:prstGeom prst="rect">
            <a:avLst/>
          </a:prstGeom>
          <a:noFill/>
          <a:ln/>
        </p:spPr>
        <p:txBody>
          <a:bodyPr wrap="square" lIns="0" tIns="0" rIns="0" bIns="0" rtlCol="0" anchor="ctr"/>
          <a:lstStyle/>
          <a:p>
            <a:pPr algn="r" indent="0" marL="0">
              <a:buNone/>
            </a:pPr>
            <a:r>
              <a:rPr lang="en-US" sz="2000" dirty="0">
                <a:solidFill>
                  <a:srgbClr val="6E6E73"/>
                </a:solidFill>
                <a:latin typeface="Arial" pitchFamily="34" charset="0"/>
                <a:ea typeface="Arial" pitchFamily="34" charset="-122"/>
                <a:cs typeface="Arial" pitchFamily="34" charset="-120"/>
              </a:rPr>
              <a:t>2분</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6400800"/>
            <a:ext cx="6400800" cy="274320"/>
          </a:xfrm>
          <a:prstGeom prst="rect">
            <a:avLst/>
          </a:prstGeom>
          <a:noFill/>
          <a:ln/>
        </p:spPr>
        <p:txBody>
          <a:bodyPr wrap="square" lIns="0" tIns="0" rIns="0" bIns="0" rtlCol="0" anchor="ctr"/>
          <a:lstStyle/>
          <a:p>
            <a:pPr indent="0" marL="0">
              <a:buNone/>
            </a:pPr>
            <a:r>
              <a:rPr lang="en-US" sz="1000" dirty="0">
                <a:solidFill>
                  <a:srgbClr val="6E6E73"/>
                </a:solidFill>
                <a:latin typeface="Arial" pitchFamily="34" charset="0"/>
                <a:ea typeface="Arial" pitchFamily="34" charset="-122"/>
                <a:cs typeface="Arial" pitchFamily="34" charset="-120"/>
              </a:rPr>
              <a:t>북알라바마 한국학교 · 교사회의 2026.10.03</a:t>
            </a:r>
            <a:endParaRPr lang="en-US" sz="1000" dirty="0"/>
          </a:p>
        </p:txBody>
      </p:sp>
      <p:sp>
        <p:nvSpPr>
          <p:cNvPr id="3" name="Text 1"/>
          <p:cNvSpPr txBox="1"/>
          <p:nvPr/>
        </p:nvSpPr>
        <p:spPr>
          <a:xfrm>
            <a:off x="10591495" y="6400800"/>
            <a:ext cx="914400" cy="274320"/>
          </a:xfrm>
          <a:prstGeom prst="rect">
            <a:avLst/>
          </a:prstGeom>
          <a:noFill/>
          <a:ln/>
        </p:spPr>
        <p:txBody>
          <a:bodyPr wrap="square" lIns="0" tIns="0" rIns="0" bIns="0" rtlCol="0" anchor="ctr"/>
          <a:lstStyle/>
          <a:p>
            <a:pPr algn="r" indent="0" marL="0">
              <a:buNone/>
            </a:pPr>
            <a:r>
              <a:rPr lang="en-US" sz="1000" dirty="0">
                <a:solidFill>
                  <a:srgbClr val="6E6E73"/>
                </a:solidFill>
                <a:latin typeface="Arial" pitchFamily="34" charset="0"/>
                <a:ea typeface="Arial" pitchFamily="34" charset="-122"/>
                <a:cs typeface="Arial" pitchFamily="34" charset="-120"/>
              </a:rPr>
              <a:t>3</a:t>
            </a:r>
            <a:endParaRPr lang="en-US" sz="1000" dirty="0"/>
          </a:p>
        </p:txBody>
      </p:sp>
      <p:sp>
        <p:nvSpPr>
          <p:cNvPr id="5" name="Shape 2"/>
          <p:cNvSpPr/>
          <p:nvPr/>
        </p:nvSpPr>
        <p:spPr>
          <a:xfrm>
            <a:off x="685800" y="731520"/>
            <a:ext cx="182880" cy="182880"/>
          </a:xfrm>
          <a:prstGeom prst="ellipse">
            <a:avLst/>
          </a:prstGeom>
          <a:solidFill>
            <a:srgbClr val="9BC23A"/>
          </a:solidFill>
          <a:ln w="12700">
            <a:solidFill>
              <a:srgbClr val="9BC23A"/>
            </a:solidFill>
            <a:prstDash val="solid"/>
          </a:ln>
        </p:spPr>
      </p:sp>
      <p:sp>
        <p:nvSpPr>
          <p:cNvPr id="6" name="Text 3"/>
          <p:cNvSpPr txBox="1"/>
          <p:nvPr/>
        </p:nvSpPr>
        <p:spPr>
          <a:xfrm>
            <a:off x="1051560" y="548640"/>
            <a:ext cx="10454335" cy="548640"/>
          </a:xfrm>
          <a:prstGeom prst="rect">
            <a:avLst/>
          </a:prstGeom>
          <a:noFill/>
          <a:ln/>
        </p:spPr>
        <p:txBody>
          <a:bodyPr wrap="square" lIns="0" tIns="0" rIns="0" bIns="0" rtlCol="0" anchor="ctr"/>
          <a:lstStyle/>
          <a:p>
            <a:pPr indent="0" marL="0">
              <a:buNone/>
            </a:pPr>
            <a:r>
              <a:rPr lang="en-US" sz="3200" b="1" dirty="0">
                <a:solidFill>
                  <a:srgbClr val="1D1D1F"/>
                </a:solidFill>
                <a:latin typeface="Arial" pitchFamily="34" charset="0"/>
                <a:ea typeface="Arial" pitchFamily="34" charset="-122"/>
                <a:cs typeface="Arial" pitchFamily="34" charset="-120"/>
              </a:rPr>
              <a:t>가을 방학</a:t>
            </a:r>
            <a:pPr indent="0" marL="0">
              <a:buNone/>
            </a:pPr>
            <a:r>
              <a:rPr lang="en-US" sz="1800" dirty="0">
                <a:solidFill>
                  <a:srgbClr val="6E6E73"/>
                </a:solidFill>
                <a:latin typeface="Arial" pitchFamily="34" charset="0"/>
                <a:ea typeface="Arial" pitchFamily="34" charset="-122"/>
                <a:cs typeface="Arial" pitchFamily="34" charset="-120"/>
              </a:rPr>
              <a:t>   Fall Break</a:t>
            </a:r>
            <a:endParaRPr lang="en-US" sz="3200" dirty="0"/>
          </a:p>
        </p:txBody>
      </p:sp>
      <p:sp>
        <p:nvSpPr>
          <p:cNvPr id="7" name="Text 4"/>
          <p:cNvSpPr txBox="1"/>
          <p:nvPr/>
        </p:nvSpPr>
        <p:spPr>
          <a:xfrm>
            <a:off x="685800" y="1737360"/>
            <a:ext cx="6583680" cy="1097280"/>
          </a:xfrm>
          <a:prstGeom prst="rect">
            <a:avLst/>
          </a:prstGeom>
          <a:noFill/>
          <a:ln/>
        </p:spPr>
        <p:txBody>
          <a:bodyPr wrap="square" lIns="0" tIns="0" rIns="0" bIns="0" rtlCol="0" anchor="ctr"/>
          <a:lstStyle/>
          <a:p>
            <a:pPr indent="0" marL="0">
              <a:buNone/>
            </a:pPr>
            <a:r>
              <a:rPr lang="en-US" sz="6000" b="1" dirty="0">
                <a:solidFill>
                  <a:srgbClr val="1D1D1F"/>
                </a:solidFill>
                <a:latin typeface="Arial" pitchFamily="34" charset="0"/>
                <a:ea typeface="Arial" pitchFamily="34" charset="-122"/>
                <a:cs typeface="Arial" pitchFamily="34" charset="-120"/>
              </a:rPr>
              <a:t>10월 10일 (토)</a:t>
            </a:r>
            <a:endParaRPr lang="en-US" sz="6000" dirty="0"/>
          </a:p>
        </p:txBody>
      </p:sp>
      <p:sp>
        <p:nvSpPr>
          <p:cNvPr id="8" name="Text 5"/>
          <p:cNvSpPr txBox="1"/>
          <p:nvPr/>
        </p:nvSpPr>
        <p:spPr>
          <a:xfrm>
            <a:off x="685800" y="2880360"/>
            <a:ext cx="6583680" cy="1005840"/>
          </a:xfrm>
          <a:prstGeom prst="rect">
            <a:avLst/>
          </a:prstGeom>
          <a:noFill/>
          <a:ln/>
        </p:spPr>
        <p:txBody>
          <a:bodyPr wrap="square" lIns="0" tIns="0" rIns="0" bIns="0" rtlCol="0" anchor="ctr"/>
          <a:lstStyle/>
          <a:p>
            <a:pPr indent="0" marL="0">
              <a:buNone/>
            </a:pPr>
            <a:r>
              <a:rPr lang="en-US" sz="3200" b="1" dirty="0">
                <a:solidFill>
                  <a:srgbClr val="D23C4C"/>
                </a:solidFill>
                <a:latin typeface="Arial" pitchFamily="34" charset="0"/>
                <a:ea typeface="Arial" pitchFamily="34" charset="-122"/>
                <a:cs typeface="Arial" pitchFamily="34" charset="-120"/>
              </a:rPr>
              <a:t>수업 없음</a:t>
            </a:r>
            <a:endParaRPr lang="en-US" sz="3200" dirty="0"/>
          </a:p>
          <a:p>
            <a:pPr indent="0" marL="0">
              <a:buNone/>
            </a:pPr>
            <a:r>
              <a:rPr lang="en-US" sz="1800" dirty="0">
                <a:solidFill>
                  <a:srgbClr val="6E6E73"/>
                </a:solidFill>
                <a:latin typeface="Arial" pitchFamily="34" charset="0"/>
                <a:ea typeface="Arial" pitchFamily="34" charset="-122"/>
                <a:cs typeface="Arial" pitchFamily="34" charset="-120"/>
              </a:rPr>
              <a:t>Saturday, October 10 — No class</a:t>
            </a:r>
            <a:endParaRPr lang="en-US" sz="3200" dirty="0"/>
          </a:p>
        </p:txBody>
      </p:sp>
      <p:sp>
        <p:nvSpPr>
          <p:cNvPr id="9" name="Shape 6"/>
          <p:cNvSpPr/>
          <p:nvPr/>
        </p:nvSpPr>
        <p:spPr>
          <a:xfrm>
            <a:off x="7863840" y="1737360"/>
            <a:ext cx="3639312" cy="1737360"/>
          </a:xfrm>
          <a:prstGeom prst="roundRect">
            <a:avLst>
              <a:gd name="adj" fmla="val 7895"/>
            </a:avLst>
          </a:prstGeom>
          <a:solidFill>
            <a:srgbClr val="E9EDF6"/>
          </a:solidFill>
          <a:ln w="12700">
            <a:solidFill>
              <a:srgbClr val="E9EDF6"/>
            </a:solidFill>
            <a:prstDash val="solid"/>
          </a:ln>
        </p:spPr>
      </p:sp>
      <p:sp>
        <p:nvSpPr>
          <p:cNvPr id="10" name="Text 7"/>
          <p:cNvSpPr txBox="1"/>
          <p:nvPr/>
        </p:nvSpPr>
        <p:spPr>
          <a:xfrm>
            <a:off x="8138160" y="1965960"/>
            <a:ext cx="3090672" cy="1280160"/>
          </a:xfrm>
          <a:prstGeom prst="rect">
            <a:avLst/>
          </a:prstGeom>
          <a:noFill/>
          <a:ln/>
        </p:spPr>
        <p:txBody>
          <a:bodyPr wrap="square" lIns="0" tIns="0" rIns="0" bIns="0" rtlCol="0" anchor="t"/>
          <a:lstStyle/>
          <a:p>
            <a:pPr indent="0" marL="0">
              <a:lnSpc>
                <a:spcPct val="110000"/>
              </a:lnSpc>
              <a:buNone/>
            </a:pPr>
            <a:r>
              <a:rPr lang="en-US" sz="2000" b="1" dirty="0">
                <a:solidFill>
                  <a:srgbClr val="1F4788"/>
                </a:solidFill>
                <a:latin typeface="Arial" pitchFamily="34" charset="0"/>
                <a:ea typeface="Arial" pitchFamily="34" charset="-122"/>
                <a:cs typeface="Arial" pitchFamily="34" charset="-120"/>
              </a:rPr>
              <a:t>10월 17일 (토)</a:t>
            </a:r>
            <a:endParaRPr lang="en-US" sz="2000" dirty="0"/>
          </a:p>
          <a:p>
            <a:pPr indent="0" marL="0">
              <a:lnSpc>
                <a:spcPct val="110000"/>
              </a:lnSpc>
              <a:buNone/>
            </a:pPr>
            <a:r>
              <a:rPr lang="en-US" sz="1300" dirty="0">
                <a:solidFill>
                  <a:srgbClr val="6E6E73"/>
                </a:solidFill>
                <a:latin typeface="Arial" pitchFamily="34" charset="0"/>
                <a:ea typeface="Arial" pitchFamily="34" charset="-122"/>
                <a:cs typeface="Arial" pitchFamily="34" charset="-120"/>
              </a:rPr>
              <a:t>Classes resume Oct 17</a:t>
            </a:r>
            <a:endParaRPr lang="en-US" sz="2000" dirty="0"/>
          </a:p>
          <a:p>
            <a:pPr indent="0" marL="0">
              <a:lnSpc>
                <a:spcPct val="110000"/>
              </a:lnSpc>
              <a:buNone/>
            </a:pPr>
            <a:r>
              <a:rPr lang="en-US" sz="600" dirty="0">
                <a:solidFill>
                  <a:srgbClr val="000000"/>
                </a:solidFill>
                <a:latin typeface="Arial" pitchFamily="34" charset="0"/>
                <a:ea typeface="Arial" pitchFamily="34" charset="-122"/>
                <a:cs typeface="Arial" pitchFamily="34" charset="-120"/>
              </a:rPr>
              <a:t> </a:t>
            </a:r>
            <a:endParaRPr lang="en-US" sz="2000" dirty="0"/>
          </a:p>
          <a:p>
            <a:pPr indent="0" marL="0">
              <a:lnSpc>
                <a:spcPct val="110000"/>
              </a:lnSpc>
              <a:buNone/>
            </a:pPr>
            <a:r>
              <a:rPr lang="en-US" sz="1600" dirty="0">
                <a:solidFill>
                  <a:srgbClr val="1D1D1F"/>
                </a:solidFill>
                <a:latin typeface="Arial" pitchFamily="34" charset="0"/>
                <a:ea typeface="Arial" pitchFamily="34" charset="-122"/>
                <a:cs typeface="Arial" pitchFamily="34" charset="-120"/>
              </a:rPr>
              <a:t>정상 수업</a:t>
            </a:r>
            <a:endParaRPr lang="en-US" sz="2000" dirty="0"/>
          </a:p>
          <a:p>
            <a:pPr indent="0" marL="0">
              <a:lnSpc>
                <a:spcPct val="110000"/>
              </a:lnSpc>
              <a:buNone/>
            </a:pPr>
            <a:r>
              <a:rPr lang="en-US" sz="1300" dirty="0">
                <a:solidFill>
                  <a:srgbClr val="6E6E73"/>
                </a:solidFill>
                <a:latin typeface="Arial" pitchFamily="34" charset="0"/>
                <a:ea typeface="Arial" pitchFamily="34" charset="-122"/>
                <a:cs typeface="Arial" pitchFamily="34" charset="-120"/>
              </a:rPr>
              <a:t>Regular schedule</a:t>
            </a:r>
            <a:endParaRPr lang="en-US" sz="2000" dirty="0"/>
          </a:p>
        </p:txBody>
      </p:sp>
      <p:sp>
        <p:nvSpPr>
          <p:cNvPr id="11" name="Shape 8"/>
          <p:cNvSpPr/>
          <p:nvPr/>
        </p:nvSpPr>
        <p:spPr>
          <a:xfrm>
            <a:off x="7863840" y="3703320"/>
            <a:ext cx="3639312" cy="2148840"/>
          </a:xfrm>
          <a:prstGeom prst="roundRect">
            <a:avLst>
              <a:gd name="adj" fmla="val 6383"/>
            </a:avLst>
          </a:prstGeom>
          <a:solidFill>
            <a:srgbClr val="F7F7F9"/>
          </a:solidFill>
          <a:ln w="12700">
            <a:solidFill>
              <a:srgbClr val="F7F7F9"/>
            </a:solidFill>
            <a:prstDash val="solid"/>
          </a:ln>
        </p:spPr>
      </p:sp>
      <p:sp>
        <p:nvSpPr>
          <p:cNvPr id="12" name="Text 9"/>
          <p:cNvSpPr txBox="1"/>
          <p:nvPr/>
        </p:nvSpPr>
        <p:spPr>
          <a:xfrm>
            <a:off x="8138160" y="3931920"/>
            <a:ext cx="3090672" cy="1691640"/>
          </a:xfrm>
          <a:prstGeom prst="rect">
            <a:avLst/>
          </a:prstGeom>
          <a:noFill/>
          <a:ln/>
        </p:spPr>
        <p:txBody>
          <a:bodyPr wrap="square" lIns="0" tIns="0" rIns="0" bIns="0" rtlCol="0" anchor="t"/>
          <a:lstStyle/>
          <a:p>
            <a:pPr indent="0" marL="0">
              <a:lnSpc>
                <a:spcPct val="110000"/>
              </a:lnSpc>
              <a:buNone/>
            </a:pPr>
            <a:r>
              <a:rPr lang="en-US" sz="2000" b="1" dirty="0">
                <a:solidFill>
                  <a:srgbClr val="1D1D1F"/>
                </a:solidFill>
                <a:latin typeface="Arial" pitchFamily="34" charset="0"/>
                <a:ea typeface="Arial" pitchFamily="34" charset="-122"/>
                <a:cs typeface="Arial" pitchFamily="34" charset="-120"/>
              </a:rPr>
              <a:t>오늘 꼭 안내해 주세요</a:t>
            </a:r>
            <a:endParaRPr lang="en-US" sz="2000" dirty="0"/>
          </a:p>
          <a:p>
            <a:pPr indent="0" marL="0">
              <a:lnSpc>
                <a:spcPct val="110000"/>
              </a:lnSpc>
              <a:buNone/>
            </a:pPr>
            <a:r>
              <a:rPr lang="en-US" sz="1300" dirty="0">
                <a:solidFill>
                  <a:srgbClr val="6E6E73"/>
                </a:solidFill>
                <a:latin typeface="Arial" pitchFamily="34" charset="0"/>
                <a:ea typeface="Arial" pitchFamily="34" charset="-122"/>
                <a:cs typeface="Arial" pitchFamily="34" charset="-120"/>
              </a:rPr>
              <a:t>Please tell families today</a:t>
            </a:r>
            <a:endParaRPr lang="en-US" sz="2000" dirty="0"/>
          </a:p>
          <a:p>
            <a:pPr indent="0" marL="0">
              <a:lnSpc>
                <a:spcPct val="110000"/>
              </a:lnSpc>
              <a:buNone/>
            </a:pPr>
            <a:r>
              <a:rPr lang="en-US" sz="600" dirty="0">
                <a:solidFill>
                  <a:srgbClr val="000000"/>
                </a:solidFill>
                <a:latin typeface="Arial" pitchFamily="34" charset="0"/>
                <a:ea typeface="Arial" pitchFamily="34" charset="-122"/>
                <a:cs typeface="Arial" pitchFamily="34" charset="-120"/>
              </a:rPr>
              <a:t> </a:t>
            </a:r>
            <a:endParaRPr lang="en-US" sz="2000" dirty="0"/>
          </a:p>
          <a:p>
            <a:pPr indent="0" marL="0">
              <a:lnSpc>
                <a:spcPct val="110000"/>
              </a:lnSpc>
              <a:buNone/>
            </a:pPr>
            <a:r>
              <a:rPr lang="en-US" sz="1600" dirty="0">
                <a:solidFill>
                  <a:srgbClr val="1D1D1F"/>
                </a:solidFill>
                <a:latin typeface="Arial" pitchFamily="34" charset="0"/>
                <a:ea typeface="Arial" pitchFamily="34" charset="-122"/>
                <a:cs typeface="Arial" pitchFamily="34" charset="-120"/>
              </a:rPr>
              <a:t>하원 때 한 번 더 안내</a:t>
            </a:r>
            <a:endParaRPr lang="en-US" sz="2000" dirty="0"/>
          </a:p>
          <a:p>
            <a:pPr indent="0" marL="0">
              <a:lnSpc>
                <a:spcPct val="110000"/>
              </a:lnSpc>
              <a:buNone/>
            </a:pPr>
            <a:r>
              <a:rPr lang="en-US" sz="1300" dirty="0">
                <a:solidFill>
                  <a:srgbClr val="6E6E73"/>
                </a:solidFill>
                <a:latin typeface="Arial" pitchFamily="34" charset="0"/>
                <a:ea typeface="Arial" pitchFamily="34" charset="-122"/>
                <a:cs typeface="Arial" pitchFamily="34" charset="-120"/>
              </a:rPr>
              <a:t>A reminder at pickup</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6400800"/>
            <a:ext cx="6400800" cy="274320"/>
          </a:xfrm>
          <a:prstGeom prst="rect">
            <a:avLst/>
          </a:prstGeom>
          <a:noFill/>
          <a:ln/>
        </p:spPr>
        <p:txBody>
          <a:bodyPr wrap="square" lIns="0" tIns="0" rIns="0" bIns="0" rtlCol="0" anchor="ctr"/>
          <a:lstStyle/>
          <a:p>
            <a:pPr indent="0" marL="0">
              <a:buNone/>
            </a:pPr>
            <a:r>
              <a:rPr lang="en-US" sz="1000" dirty="0">
                <a:solidFill>
                  <a:srgbClr val="6E6E73"/>
                </a:solidFill>
                <a:latin typeface="Arial" pitchFamily="34" charset="0"/>
                <a:ea typeface="Arial" pitchFamily="34" charset="-122"/>
                <a:cs typeface="Arial" pitchFamily="34" charset="-120"/>
              </a:rPr>
              <a:t>북알라바마 한국학교 · 교사회의 2026.10.03</a:t>
            </a:r>
            <a:endParaRPr lang="en-US" sz="1000" dirty="0"/>
          </a:p>
        </p:txBody>
      </p:sp>
      <p:sp>
        <p:nvSpPr>
          <p:cNvPr id="3" name="Text 1"/>
          <p:cNvSpPr txBox="1"/>
          <p:nvPr/>
        </p:nvSpPr>
        <p:spPr>
          <a:xfrm>
            <a:off x="10591495" y="6400800"/>
            <a:ext cx="914400" cy="274320"/>
          </a:xfrm>
          <a:prstGeom prst="rect">
            <a:avLst/>
          </a:prstGeom>
          <a:noFill/>
          <a:ln/>
        </p:spPr>
        <p:txBody>
          <a:bodyPr wrap="square" lIns="0" tIns="0" rIns="0" bIns="0" rtlCol="0" anchor="ctr"/>
          <a:lstStyle/>
          <a:p>
            <a:pPr algn="r" indent="0" marL="0">
              <a:buNone/>
            </a:pPr>
            <a:r>
              <a:rPr lang="en-US" sz="1000" dirty="0">
                <a:solidFill>
                  <a:srgbClr val="6E6E73"/>
                </a:solidFill>
                <a:latin typeface="Arial" pitchFamily="34" charset="0"/>
                <a:ea typeface="Arial" pitchFamily="34" charset="-122"/>
                <a:cs typeface="Arial" pitchFamily="34" charset="-120"/>
              </a:rPr>
              <a:t>4</a:t>
            </a:r>
            <a:endParaRPr lang="en-US" sz="1000" dirty="0"/>
          </a:p>
        </p:txBody>
      </p:sp>
      <p:sp>
        <p:nvSpPr>
          <p:cNvPr id="5" name="Shape 2"/>
          <p:cNvSpPr/>
          <p:nvPr/>
        </p:nvSpPr>
        <p:spPr>
          <a:xfrm>
            <a:off x="685800" y="731520"/>
            <a:ext cx="182880" cy="182880"/>
          </a:xfrm>
          <a:prstGeom prst="ellipse">
            <a:avLst/>
          </a:prstGeom>
          <a:solidFill>
            <a:srgbClr val="9BC23A"/>
          </a:solidFill>
          <a:ln w="12700">
            <a:solidFill>
              <a:srgbClr val="9BC23A"/>
            </a:solidFill>
            <a:prstDash val="solid"/>
          </a:ln>
        </p:spPr>
      </p:sp>
      <p:sp>
        <p:nvSpPr>
          <p:cNvPr id="6" name="Text 3"/>
          <p:cNvSpPr txBox="1"/>
          <p:nvPr/>
        </p:nvSpPr>
        <p:spPr>
          <a:xfrm>
            <a:off x="1051560" y="548640"/>
            <a:ext cx="10454335" cy="548640"/>
          </a:xfrm>
          <a:prstGeom prst="rect">
            <a:avLst/>
          </a:prstGeom>
          <a:noFill/>
          <a:ln/>
        </p:spPr>
        <p:txBody>
          <a:bodyPr wrap="square" lIns="0" tIns="0" rIns="0" bIns="0" rtlCol="0" anchor="ctr"/>
          <a:lstStyle/>
          <a:p>
            <a:pPr indent="0" marL="0">
              <a:buNone/>
            </a:pPr>
            <a:r>
              <a:rPr lang="en-US" sz="3200" b="1" dirty="0">
                <a:solidFill>
                  <a:srgbClr val="1D1D1F"/>
                </a:solidFill>
                <a:latin typeface="Arial" pitchFamily="34" charset="0"/>
                <a:ea typeface="Arial" pitchFamily="34" charset="-122"/>
                <a:cs typeface="Arial" pitchFamily="34" charset="-120"/>
              </a:rPr>
              <a:t>가을 운동회 한눈에</a:t>
            </a:r>
            <a:pPr indent="0" marL="0">
              <a:buNone/>
            </a:pPr>
            <a:r>
              <a:rPr lang="en-US" sz="1800" dirty="0">
                <a:solidFill>
                  <a:srgbClr val="6E6E73"/>
                </a:solidFill>
                <a:latin typeface="Arial" pitchFamily="34" charset="0"/>
                <a:ea typeface="Arial" pitchFamily="34" charset="-122"/>
                <a:cs typeface="Arial" pitchFamily="34" charset="-120"/>
              </a:rPr>
              <a:t>   Field Day at a glance</a:t>
            </a:r>
            <a:endParaRPr lang="en-US" sz="3200" dirty="0"/>
          </a:p>
        </p:txBody>
      </p:sp>
      <p:sp>
        <p:nvSpPr>
          <p:cNvPr id="7" name="Text 4"/>
          <p:cNvSpPr txBox="1"/>
          <p:nvPr/>
        </p:nvSpPr>
        <p:spPr>
          <a:xfrm>
            <a:off x="8762695" y="640080"/>
            <a:ext cx="2743200" cy="365760"/>
          </a:xfrm>
          <a:prstGeom prst="rect">
            <a:avLst/>
          </a:prstGeom>
          <a:noFill/>
          <a:ln/>
        </p:spPr>
        <p:txBody>
          <a:bodyPr wrap="square" lIns="0" tIns="0" rIns="0" bIns="0" rtlCol="0" anchor="ctr"/>
          <a:lstStyle/>
          <a:p>
            <a:pPr algn="r" indent="0" marL="0">
              <a:buNone/>
            </a:pPr>
            <a:r>
              <a:rPr lang="en-US" sz="1400" b="1" dirty="0">
                <a:solidFill>
                  <a:srgbClr val="D23C4C"/>
                </a:solidFill>
                <a:latin typeface="Arial" pitchFamily="34" charset="0"/>
                <a:ea typeface="Arial" pitchFamily="34" charset="-122"/>
                <a:cs typeface="Arial" pitchFamily="34" charset="-120"/>
              </a:rPr>
              <a:t>잠정안 · Tentative</a:t>
            </a:r>
            <a:endParaRPr lang="en-US" sz="1400" dirty="0"/>
          </a:p>
        </p:txBody>
      </p:sp>
      <p:sp>
        <p:nvSpPr>
          <p:cNvPr id="8" name="Shape 5"/>
          <p:cNvSpPr/>
          <p:nvPr/>
        </p:nvSpPr>
        <p:spPr>
          <a:xfrm>
            <a:off x="685800" y="1645920"/>
            <a:ext cx="3423818" cy="2743200"/>
          </a:xfrm>
          <a:prstGeom prst="roundRect">
            <a:avLst>
              <a:gd name="adj" fmla="val 5000"/>
            </a:avLst>
          </a:prstGeom>
          <a:solidFill>
            <a:srgbClr val="F7F7F9"/>
          </a:solidFill>
          <a:ln w="12700">
            <a:solidFill>
              <a:srgbClr val="F7F7F9"/>
            </a:solidFill>
            <a:prstDash val="solid"/>
          </a:ln>
        </p:spPr>
      </p:sp>
      <p:sp>
        <p:nvSpPr>
          <p:cNvPr id="9" name="Text 6"/>
          <p:cNvSpPr txBox="1"/>
          <p:nvPr/>
        </p:nvSpPr>
        <p:spPr>
          <a:xfrm>
            <a:off x="1005840" y="1874520"/>
            <a:ext cx="2783738" cy="365760"/>
          </a:xfrm>
          <a:prstGeom prst="rect">
            <a:avLst/>
          </a:prstGeom>
          <a:noFill/>
          <a:ln/>
        </p:spPr>
        <p:txBody>
          <a:bodyPr wrap="square" lIns="0" tIns="0" rIns="0" bIns="0" rtlCol="0" anchor="ctr"/>
          <a:lstStyle/>
          <a:p>
            <a:pPr indent="0" marL="0">
              <a:buNone/>
            </a:pPr>
            <a:r>
              <a:rPr lang="en-US" sz="1600" b="1" dirty="0">
                <a:solidFill>
                  <a:srgbClr val="6E6E73"/>
                </a:solidFill>
                <a:latin typeface="Arial" pitchFamily="34" charset="0"/>
                <a:ea typeface="Arial" pitchFamily="34" charset="-122"/>
                <a:cs typeface="Arial" pitchFamily="34" charset="-120"/>
              </a:rPr>
              <a:t>날짜  </a:t>
            </a:r>
            <a:pPr indent="0" marL="0">
              <a:buNone/>
            </a:pPr>
            <a:r>
              <a:rPr lang="en-US" sz="1400" dirty="0">
                <a:solidFill>
                  <a:srgbClr val="6E6E73"/>
                </a:solidFill>
                <a:latin typeface="Arial" pitchFamily="34" charset="0"/>
                <a:ea typeface="Arial" pitchFamily="34" charset="-122"/>
                <a:cs typeface="Arial" pitchFamily="34" charset="-120"/>
              </a:rPr>
              <a:t>Date</a:t>
            </a:r>
            <a:endParaRPr lang="en-US" sz="1600" dirty="0"/>
          </a:p>
        </p:txBody>
      </p:sp>
      <p:sp>
        <p:nvSpPr>
          <p:cNvPr id="10" name="Text 7"/>
          <p:cNvSpPr txBox="1"/>
          <p:nvPr/>
        </p:nvSpPr>
        <p:spPr>
          <a:xfrm>
            <a:off x="1005840" y="2468880"/>
            <a:ext cx="2783738" cy="1005840"/>
          </a:xfrm>
          <a:prstGeom prst="rect">
            <a:avLst/>
          </a:prstGeom>
          <a:noFill/>
          <a:ln/>
        </p:spPr>
        <p:txBody>
          <a:bodyPr wrap="square" lIns="0" tIns="0" rIns="0" bIns="0" rtlCol="0" anchor="t"/>
          <a:lstStyle/>
          <a:p>
            <a:pPr indent="0" marL="0">
              <a:buNone/>
            </a:pPr>
            <a:r>
              <a:rPr lang="en-US" sz="3200" b="1" dirty="0">
                <a:solidFill>
                  <a:srgbClr val="1D1D1F"/>
                </a:solidFill>
                <a:latin typeface="Arial" pitchFamily="34" charset="0"/>
                <a:ea typeface="Arial" pitchFamily="34" charset="-122"/>
                <a:cs typeface="Arial" pitchFamily="34" charset="-120"/>
              </a:rPr>
              <a:t>10월 24일</a:t>
            </a:r>
            <a:endParaRPr lang="en-US" sz="3200" dirty="0"/>
          </a:p>
        </p:txBody>
      </p:sp>
      <p:sp>
        <p:nvSpPr>
          <p:cNvPr id="11" name="Text 8"/>
          <p:cNvSpPr txBox="1"/>
          <p:nvPr/>
        </p:nvSpPr>
        <p:spPr>
          <a:xfrm>
            <a:off x="1005840" y="3566160"/>
            <a:ext cx="2783738" cy="548640"/>
          </a:xfrm>
          <a:prstGeom prst="rect">
            <a:avLst/>
          </a:prstGeom>
          <a:noFill/>
          <a:ln/>
        </p:spPr>
        <p:txBody>
          <a:bodyPr wrap="square" lIns="0" tIns="0" rIns="0" bIns="0" rtlCol="0" anchor="t"/>
          <a:lstStyle/>
          <a:p>
            <a:pPr indent="0" marL="0">
              <a:buNone/>
            </a:pPr>
            <a:r>
              <a:rPr lang="en-US" sz="1400" dirty="0">
                <a:solidFill>
                  <a:srgbClr val="6E6E73"/>
                </a:solidFill>
                <a:latin typeface="Arial" pitchFamily="34" charset="0"/>
                <a:ea typeface="Arial" pitchFamily="34" charset="-122"/>
                <a:cs typeface="Arial" pitchFamily="34" charset="-120"/>
              </a:rPr>
              <a:t>토요일 · Saturday, Oct 24</a:t>
            </a:r>
            <a:endParaRPr lang="en-US" sz="1400" dirty="0"/>
          </a:p>
        </p:txBody>
      </p:sp>
      <p:sp>
        <p:nvSpPr>
          <p:cNvPr id="12" name="Shape 9"/>
          <p:cNvSpPr/>
          <p:nvPr/>
        </p:nvSpPr>
        <p:spPr>
          <a:xfrm>
            <a:off x="4383938" y="1645920"/>
            <a:ext cx="3423818" cy="2743200"/>
          </a:xfrm>
          <a:prstGeom prst="roundRect">
            <a:avLst>
              <a:gd name="adj" fmla="val 5000"/>
            </a:avLst>
          </a:prstGeom>
          <a:solidFill>
            <a:srgbClr val="F7F7F9"/>
          </a:solidFill>
          <a:ln w="12700">
            <a:solidFill>
              <a:srgbClr val="F7F7F9"/>
            </a:solidFill>
            <a:prstDash val="solid"/>
          </a:ln>
        </p:spPr>
      </p:sp>
      <p:sp>
        <p:nvSpPr>
          <p:cNvPr id="13" name="Text 10"/>
          <p:cNvSpPr txBox="1"/>
          <p:nvPr/>
        </p:nvSpPr>
        <p:spPr>
          <a:xfrm>
            <a:off x="4703978" y="1874520"/>
            <a:ext cx="2783738" cy="365760"/>
          </a:xfrm>
          <a:prstGeom prst="rect">
            <a:avLst/>
          </a:prstGeom>
          <a:noFill/>
          <a:ln/>
        </p:spPr>
        <p:txBody>
          <a:bodyPr wrap="square" lIns="0" tIns="0" rIns="0" bIns="0" rtlCol="0" anchor="ctr"/>
          <a:lstStyle/>
          <a:p>
            <a:pPr indent="0" marL="0">
              <a:buNone/>
            </a:pPr>
            <a:r>
              <a:rPr lang="en-US" sz="1600" b="1" dirty="0">
                <a:solidFill>
                  <a:srgbClr val="6E6E73"/>
                </a:solidFill>
                <a:latin typeface="Arial" pitchFamily="34" charset="0"/>
                <a:ea typeface="Arial" pitchFamily="34" charset="-122"/>
                <a:cs typeface="Arial" pitchFamily="34" charset="-120"/>
              </a:rPr>
              <a:t>장소  </a:t>
            </a:r>
            <a:pPr indent="0" marL="0">
              <a:buNone/>
            </a:pPr>
            <a:r>
              <a:rPr lang="en-US" sz="1400" dirty="0">
                <a:solidFill>
                  <a:srgbClr val="6E6E73"/>
                </a:solidFill>
                <a:latin typeface="Arial" pitchFamily="34" charset="0"/>
                <a:ea typeface="Arial" pitchFamily="34" charset="-122"/>
                <a:cs typeface="Arial" pitchFamily="34" charset="-120"/>
              </a:rPr>
              <a:t>Place</a:t>
            </a:r>
            <a:endParaRPr lang="en-US" sz="1600" dirty="0"/>
          </a:p>
        </p:txBody>
      </p:sp>
      <p:sp>
        <p:nvSpPr>
          <p:cNvPr id="14" name="Text 11"/>
          <p:cNvSpPr txBox="1"/>
          <p:nvPr/>
        </p:nvSpPr>
        <p:spPr>
          <a:xfrm>
            <a:off x="4703978" y="2468880"/>
            <a:ext cx="2783738" cy="1005840"/>
          </a:xfrm>
          <a:prstGeom prst="rect">
            <a:avLst/>
          </a:prstGeom>
          <a:noFill/>
          <a:ln/>
        </p:spPr>
        <p:txBody>
          <a:bodyPr wrap="square" lIns="0" tIns="0" rIns="0" bIns="0" rtlCol="0" anchor="t"/>
          <a:lstStyle/>
          <a:p>
            <a:pPr indent="0" marL="0">
              <a:buNone/>
            </a:pPr>
            <a:r>
              <a:rPr lang="en-US" sz="2600" b="1" dirty="0">
                <a:solidFill>
                  <a:srgbClr val="1D1D1F"/>
                </a:solidFill>
                <a:latin typeface="Arial" pitchFamily="34" charset="0"/>
                <a:ea typeface="Arial" pitchFamily="34" charset="-122"/>
                <a:cs typeface="Arial" pitchFamily="34" charset="-120"/>
              </a:rPr>
              <a:t>브레이핸 스프링 공원</a:t>
            </a:r>
            <a:endParaRPr lang="en-US" sz="2600" dirty="0"/>
          </a:p>
        </p:txBody>
      </p:sp>
      <p:sp>
        <p:nvSpPr>
          <p:cNvPr id="15" name="Text 12"/>
          <p:cNvSpPr txBox="1"/>
          <p:nvPr/>
        </p:nvSpPr>
        <p:spPr>
          <a:xfrm>
            <a:off x="4703978" y="3566160"/>
            <a:ext cx="2783738" cy="548640"/>
          </a:xfrm>
          <a:prstGeom prst="rect">
            <a:avLst/>
          </a:prstGeom>
          <a:noFill/>
          <a:ln/>
        </p:spPr>
        <p:txBody>
          <a:bodyPr wrap="square" lIns="0" tIns="0" rIns="0" bIns="0" rtlCol="0" anchor="t"/>
          <a:lstStyle/>
          <a:p>
            <a:pPr indent="0" marL="0">
              <a:buNone/>
            </a:pPr>
            <a:r>
              <a:rPr lang="en-US" sz="1400" dirty="0">
                <a:solidFill>
                  <a:srgbClr val="6E6E73"/>
                </a:solidFill>
                <a:latin typeface="Arial" pitchFamily="34" charset="0"/>
                <a:ea typeface="Arial" pitchFamily="34" charset="-122"/>
                <a:cs typeface="Arial" pitchFamily="34" charset="-120"/>
              </a:rPr>
              <a:t>Brahan Spring Park · Pavilion #1</a:t>
            </a:r>
            <a:endParaRPr lang="en-US" sz="1400" dirty="0"/>
          </a:p>
        </p:txBody>
      </p:sp>
      <p:sp>
        <p:nvSpPr>
          <p:cNvPr id="16" name="Shape 13"/>
          <p:cNvSpPr/>
          <p:nvPr/>
        </p:nvSpPr>
        <p:spPr>
          <a:xfrm>
            <a:off x="8082077" y="1645920"/>
            <a:ext cx="3423818" cy="2743200"/>
          </a:xfrm>
          <a:prstGeom prst="roundRect">
            <a:avLst>
              <a:gd name="adj" fmla="val 5000"/>
            </a:avLst>
          </a:prstGeom>
          <a:solidFill>
            <a:srgbClr val="F7F7F9"/>
          </a:solidFill>
          <a:ln w="12700">
            <a:solidFill>
              <a:srgbClr val="F7F7F9"/>
            </a:solidFill>
            <a:prstDash val="solid"/>
          </a:ln>
        </p:spPr>
      </p:sp>
      <p:sp>
        <p:nvSpPr>
          <p:cNvPr id="17" name="Text 14"/>
          <p:cNvSpPr txBox="1"/>
          <p:nvPr/>
        </p:nvSpPr>
        <p:spPr>
          <a:xfrm>
            <a:off x="8402117" y="1874520"/>
            <a:ext cx="2783738" cy="365760"/>
          </a:xfrm>
          <a:prstGeom prst="rect">
            <a:avLst/>
          </a:prstGeom>
          <a:noFill/>
          <a:ln/>
        </p:spPr>
        <p:txBody>
          <a:bodyPr wrap="square" lIns="0" tIns="0" rIns="0" bIns="0" rtlCol="0" anchor="ctr"/>
          <a:lstStyle/>
          <a:p>
            <a:pPr indent="0" marL="0">
              <a:buNone/>
            </a:pPr>
            <a:r>
              <a:rPr lang="en-US" sz="1600" b="1" dirty="0">
                <a:solidFill>
                  <a:srgbClr val="6E6E73"/>
                </a:solidFill>
                <a:latin typeface="Arial" pitchFamily="34" charset="0"/>
                <a:ea typeface="Arial" pitchFamily="34" charset="-122"/>
                <a:cs typeface="Arial" pitchFamily="34" charset="-120"/>
              </a:rPr>
              <a:t>시간  </a:t>
            </a:r>
            <a:pPr indent="0" marL="0">
              <a:buNone/>
            </a:pPr>
            <a:r>
              <a:rPr lang="en-US" sz="1400" dirty="0">
                <a:solidFill>
                  <a:srgbClr val="6E6E73"/>
                </a:solidFill>
                <a:latin typeface="Arial" pitchFamily="34" charset="0"/>
                <a:ea typeface="Arial" pitchFamily="34" charset="-122"/>
                <a:cs typeface="Arial" pitchFamily="34" charset="-120"/>
              </a:rPr>
              <a:t>Time</a:t>
            </a:r>
            <a:endParaRPr lang="en-US" sz="1600" dirty="0"/>
          </a:p>
        </p:txBody>
      </p:sp>
      <p:sp>
        <p:nvSpPr>
          <p:cNvPr id="18" name="Text 15"/>
          <p:cNvSpPr txBox="1"/>
          <p:nvPr/>
        </p:nvSpPr>
        <p:spPr>
          <a:xfrm>
            <a:off x="8402117" y="2468880"/>
            <a:ext cx="2783738" cy="1005840"/>
          </a:xfrm>
          <a:prstGeom prst="rect">
            <a:avLst/>
          </a:prstGeom>
          <a:noFill/>
          <a:ln/>
        </p:spPr>
        <p:txBody>
          <a:bodyPr wrap="square" lIns="0" tIns="0" rIns="0" bIns="0" rtlCol="0" anchor="t"/>
          <a:lstStyle/>
          <a:p>
            <a:pPr indent="0" marL="0">
              <a:buNone/>
            </a:pPr>
            <a:r>
              <a:rPr lang="en-US" sz="3200" b="1" dirty="0">
                <a:solidFill>
                  <a:srgbClr val="1D1D1F"/>
                </a:solidFill>
                <a:latin typeface="Arial" pitchFamily="34" charset="0"/>
                <a:ea typeface="Arial" pitchFamily="34" charset="-122"/>
                <a:cs typeface="Arial" pitchFamily="34" charset="-120"/>
              </a:rPr>
              <a:t>오전 10시 – 12시 30분</a:t>
            </a:r>
            <a:endParaRPr lang="en-US" sz="3200" dirty="0"/>
          </a:p>
        </p:txBody>
      </p:sp>
      <p:sp>
        <p:nvSpPr>
          <p:cNvPr id="19" name="Text 16"/>
          <p:cNvSpPr txBox="1"/>
          <p:nvPr/>
        </p:nvSpPr>
        <p:spPr>
          <a:xfrm>
            <a:off x="8402117" y="3566160"/>
            <a:ext cx="2783738" cy="548640"/>
          </a:xfrm>
          <a:prstGeom prst="rect">
            <a:avLst/>
          </a:prstGeom>
          <a:noFill/>
          <a:ln/>
        </p:spPr>
        <p:txBody>
          <a:bodyPr wrap="square" lIns="0" tIns="0" rIns="0" bIns="0" rtlCol="0" anchor="t"/>
          <a:lstStyle/>
          <a:p>
            <a:pPr indent="0" marL="0">
              <a:buNone/>
            </a:pPr>
            <a:r>
              <a:rPr lang="en-US" sz="1400" dirty="0">
                <a:solidFill>
                  <a:srgbClr val="6E6E73"/>
                </a:solidFill>
                <a:latin typeface="Arial" pitchFamily="34" charset="0"/>
                <a:ea typeface="Arial" pitchFamily="34" charset="-122"/>
                <a:cs typeface="Arial" pitchFamily="34" charset="-120"/>
              </a:rPr>
              <a:t>10 AM – 12:30 PM (셋업 9시)</a:t>
            </a:r>
            <a:endParaRPr lang="en-US" sz="1400" dirty="0"/>
          </a:p>
        </p:txBody>
      </p:sp>
      <p:sp>
        <p:nvSpPr>
          <p:cNvPr id="20" name="Text 17"/>
          <p:cNvSpPr txBox="1"/>
          <p:nvPr/>
        </p:nvSpPr>
        <p:spPr>
          <a:xfrm>
            <a:off x="685800" y="4846320"/>
            <a:ext cx="10820095" cy="822960"/>
          </a:xfrm>
          <a:prstGeom prst="rect">
            <a:avLst/>
          </a:prstGeom>
          <a:noFill/>
          <a:ln/>
        </p:spPr>
        <p:txBody>
          <a:bodyPr wrap="square" lIns="0" tIns="0" rIns="0" bIns="0" rtlCol="0" anchor="ctr"/>
          <a:lstStyle/>
          <a:p>
            <a:pPr indent="0" marL="0">
              <a:buNone/>
            </a:pPr>
            <a:r>
              <a:rPr lang="en-US" sz="1800" dirty="0">
                <a:solidFill>
                  <a:srgbClr val="1D1D1F"/>
                </a:solidFill>
                <a:latin typeface="Arial" pitchFamily="34" charset="0"/>
                <a:ea typeface="Arial" pitchFamily="34" charset="-122"/>
                <a:cs typeface="Arial" pitchFamily="34" charset="-120"/>
              </a:rPr>
              <a:t>학교 전체가 함께하는 날 — 학생, 학부모, 선생님 모두</a:t>
            </a:r>
            <a:endParaRPr lang="en-US" sz="1800" dirty="0"/>
          </a:p>
          <a:p>
            <a:pPr indent="0" marL="0">
              <a:buNone/>
            </a:pPr>
            <a:r>
              <a:rPr lang="en-US" sz="1400" dirty="0">
                <a:solidFill>
                  <a:srgbClr val="6E6E73"/>
                </a:solidFill>
                <a:latin typeface="Arial" pitchFamily="34" charset="0"/>
                <a:ea typeface="Arial" pitchFamily="34" charset="-122"/>
                <a:cs typeface="Arial" pitchFamily="34" charset="-120"/>
              </a:rPr>
              <a:t>The whole school — students, families, and teachers — together for one morning.</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6400800"/>
            <a:ext cx="6400800" cy="274320"/>
          </a:xfrm>
          <a:prstGeom prst="rect">
            <a:avLst/>
          </a:prstGeom>
          <a:noFill/>
          <a:ln/>
        </p:spPr>
        <p:txBody>
          <a:bodyPr wrap="square" lIns="0" tIns="0" rIns="0" bIns="0" rtlCol="0" anchor="ctr"/>
          <a:lstStyle/>
          <a:p>
            <a:pPr indent="0" marL="0">
              <a:buNone/>
            </a:pPr>
            <a:r>
              <a:rPr lang="en-US" sz="1000" dirty="0">
                <a:solidFill>
                  <a:srgbClr val="6E6E73"/>
                </a:solidFill>
                <a:latin typeface="Arial" pitchFamily="34" charset="0"/>
                <a:ea typeface="Arial" pitchFamily="34" charset="-122"/>
                <a:cs typeface="Arial" pitchFamily="34" charset="-120"/>
              </a:rPr>
              <a:t>북알라바마 한국학교 · 교사회의 2026.10.03</a:t>
            </a:r>
            <a:endParaRPr lang="en-US" sz="1000" dirty="0"/>
          </a:p>
        </p:txBody>
      </p:sp>
      <p:sp>
        <p:nvSpPr>
          <p:cNvPr id="3" name="Text 1"/>
          <p:cNvSpPr txBox="1"/>
          <p:nvPr/>
        </p:nvSpPr>
        <p:spPr>
          <a:xfrm>
            <a:off x="10591495" y="6400800"/>
            <a:ext cx="914400" cy="274320"/>
          </a:xfrm>
          <a:prstGeom prst="rect">
            <a:avLst/>
          </a:prstGeom>
          <a:noFill/>
          <a:ln/>
        </p:spPr>
        <p:txBody>
          <a:bodyPr wrap="square" lIns="0" tIns="0" rIns="0" bIns="0" rtlCol="0" anchor="ctr"/>
          <a:lstStyle/>
          <a:p>
            <a:pPr algn="r" indent="0" marL="0">
              <a:buNone/>
            </a:pPr>
            <a:r>
              <a:rPr lang="en-US" sz="1000" dirty="0">
                <a:solidFill>
                  <a:srgbClr val="6E6E73"/>
                </a:solidFill>
                <a:latin typeface="Arial" pitchFamily="34" charset="0"/>
                <a:ea typeface="Arial" pitchFamily="34" charset="-122"/>
                <a:cs typeface="Arial" pitchFamily="34" charset="-120"/>
              </a:rPr>
              <a:t>5</a:t>
            </a:r>
            <a:endParaRPr lang="en-US" sz="1000" dirty="0"/>
          </a:p>
        </p:txBody>
      </p:sp>
      <p:sp>
        <p:nvSpPr>
          <p:cNvPr id="5" name="Shape 2"/>
          <p:cNvSpPr/>
          <p:nvPr/>
        </p:nvSpPr>
        <p:spPr>
          <a:xfrm>
            <a:off x="685800" y="731520"/>
            <a:ext cx="182880" cy="182880"/>
          </a:xfrm>
          <a:prstGeom prst="ellipse">
            <a:avLst/>
          </a:prstGeom>
          <a:solidFill>
            <a:srgbClr val="9BC23A"/>
          </a:solidFill>
          <a:ln w="12700">
            <a:solidFill>
              <a:srgbClr val="9BC23A"/>
            </a:solidFill>
            <a:prstDash val="solid"/>
          </a:ln>
        </p:spPr>
      </p:sp>
      <p:sp>
        <p:nvSpPr>
          <p:cNvPr id="6" name="Text 3"/>
          <p:cNvSpPr txBox="1"/>
          <p:nvPr/>
        </p:nvSpPr>
        <p:spPr>
          <a:xfrm>
            <a:off x="1051560" y="548640"/>
            <a:ext cx="10454335" cy="548640"/>
          </a:xfrm>
          <a:prstGeom prst="rect">
            <a:avLst/>
          </a:prstGeom>
          <a:noFill/>
          <a:ln/>
        </p:spPr>
        <p:txBody>
          <a:bodyPr wrap="square" lIns="0" tIns="0" rIns="0" bIns="0" rtlCol="0" anchor="ctr"/>
          <a:lstStyle/>
          <a:p>
            <a:pPr indent="0" marL="0">
              <a:buNone/>
            </a:pPr>
            <a:r>
              <a:rPr lang="en-US" sz="3200" b="1" dirty="0">
                <a:solidFill>
                  <a:srgbClr val="1D1D1F"/>
                </a:solidFill>
                <a:latin typeface="Arial" pitchFamily="34" charset="0"/>
                <a:ea typeface="Arial" pitchFamily="34" charset="-122"/>
                <a:cs typeface="Arial" pitchFamily="34" charset="-120"/>
              </a:rPr>
              <a:t>지난 운동회 돌아보기</a:t>
            </a:r>
            <a:pPr indent="0" marL="0">
              <a:buNone/>
            </a:pPr>
            <a:r>
              <a:rPr lang="en-US" sz="1800" dirty="0">
                <a:solidFill>
                  <a:srgbClr val="6E6E73"/>
                </a:solidFill>
                <a:latin typeface="Arial" pitchFamily="34" charset="0"/>
                <a:ea typeface="Arial" pitchFamily="34" charset="-122"/>
                <a:cs typeface="Arial" pitchFamily="34" charset="-120"/>
              </a:rPr>
              <a:t>   What we've done before</a:t>
            </a:r>
            <a:endParaRPr lang="en-US" sz="3200" dirty="0"/>
          </a:p>
        </p:txBody>
      </p:sp>
      <p:sp>
        <p:nvSpPr>
          <p:cNvPr id="7" name="Shape 4"/>
          <p:cNvSpPr/>
          <p:nvPr/>
        </p:nvSpPr>
        <p:spPr>
          <a:xfrm>
            <a:off x="685800" y="2331720"/>
            <a:ext cx="10820095" cy="0"/>
          </a:xfrm>
          <a:prstGeom prst="line">
            <a:avLst/>
          </a:prstGeom>
          <a:noFill/>
          <a:ln w="19050">
            <a:solidFill>
              <a:srgbClr val="E3E3E6"/>
            </a:solidFill>
            <a:prstDash val="solid"/>
          </a:ln>
        </p:spPr>
      </p:sp>
      <p:sp>
        <p:nvSpPr>
          <p:cNvPr id="8" name="Text 5"/>
          <p:cNvSpPr txBox="1"/>
          <p:nvPr/>
        </p:nvSpPr>
        <p:spPr>
          <a:xfrm>
            <a:off x="685800" y="1463040"/>
            <a:ext cx="2430704" cy="548640"/>
          </a:xfrm>
          <a:prstGeom prst="rect">
            <a:avLst/>
          </a:prstGeom>
          <a:noFill/>
          <a:ln/>
        </p:spPr>
        <p:txBody>
          <a:bodyPr wrap="square" lIns="0" tIns="0" rIns="0" bIns="0" rtlCol="0" anchor="ctr"/>
          <a:lstStyle/>
          <a:p>
            <a:pPr indent="0" marL="0">
              <a:buNone/>
            </a:pPr>
            <a:r>
              <a:rPr lang="en-US" sz="2800" b="1" dirty="0">
                <a:solidFill>
                  <a:srgbClr val="1F4788"/>
                </a:solidFill>
                <a:latin typeface="Arial" pitchFamily="34" charset="0"/>
                <a:ea typeface="Arial" pitchFamily="34" charset="-122"/>
                <a:cs typeface="Arial" pitchFamily="34" charset="-120"/>
              </a:rPr>
              <a:t>2022 봄</a:t>
            </a:r>
            <a:endParaRPr lang="en-US" sz="2800" dirty="0"/>
          </a:p>
        </p:txBody>
      </p:sp>
      <p:sp>
        <p:nvSpPr>
          <p:cNvPr id="9" name="Shape 6"/>
          <p:cNvSpPr/>
          <p:nvPr/>
        </p:nvSpPr>
        <p:spPr>
          <a:xfrm>
            <a:off x="685800" y="2221992"/>
            <a:ext cx="219456" cy="219456"/>
          </a:xfrm>
          <a:prstGeom prst="ellipse">
            <a:avLst/>
          </a:prstGeom>
          <a:solidFill>
            <a:srgbClr val="1F4788"/>
          </a:solidFill>
          <a:ln w="25400">
            <a:solidFill>
              <a:srgbClr val="FFFFFF"/>
            </a:solidFill>
            <a:prstDash val="solid"/>
          </a:ln>
        </p:spPr>
      </p:sp>
      <p:sp>
        <p:nvSpPr>
          <p:cNvPr id="10" name="Text 7"/>
          <p:cNvSpPr txBox="1"/>
          <p:nvPr/>
        </p:nvSpPr>
        <p:spPr>
          <a:xfrm>
            <a:off x="685800" y="2743200"/>
            <a:ext cx="2430704" cy="2926080"/>
          </a:xfrm>
          <a:prstGeom prst="rect">
            <a:avLst/>
          </a:prstGeom>
          <a:noFill/>
          <a:ln/>
        </p:spPr>
        <p:txBody>
          <a:bodyPr wrap="square" lIns="0" tIns="0" rIns="0" bIns="0" rtlCol="0" anchor="t"/>
          <a:lstStyle/>
          <a:p>
            <a:pPr indent="0" marL="0">
              <a:lnSpc>
                <a:spcPct val="110000"/>
              </a:lnSpc>
              <a:buNone/>
            </a:pPr>
            <a:r>
              <a:rPr lang="en-US" sz="2000" b="1" dirty="0">
                <a:solidFill>
                  <a:srgbClr val="1D1D1F"/>
                </a:solidFill>
                <a:latin typeface="Arial" pitchFamily="34" charset="0"/>
                <a:ea typeface="Arial" pitchFamily="34" charset="-122"/>
                <a:cs typeface="Arial" pitchFamily="34" charset="-120"/>
              </a:rPr>
              <a:t>5/21 · 봄소풍</a:t>
            </a:r>
            <a:endParaRPr lang="en-US" sz="2000" dirty="0"/>
          </a:p>
          <a:p>
            <a:pPr indent="0" marL="0">
              <a:lnSpc>
                <a:spcPct val="110000"/>
              </a:lnSpc>
              <a:buNone/>
            </a:pPr>
            <a:r>
              <a:rPr lang="en-US" sz="1500" dirty="0">
                <a:solidFill>
                  <a:srgbClr val="6E6E73"/>
                </a:solidFill>
                <a:latin typeface="Arial" pitchFamily="34" charset="0"/>
                <a:ea typeface="Arial" pitchFamily="34" charset="-122"/>
                <a:cs typeface="Arial" pitchFamily="34" charset="-120"/>
              </a:rPr>
              <a:t>2번 파빌리온</a:t>
            </a:r>
            <a:endParaRPr lang="en-US" sz="2000" dirty="0"/>
          </a:p>
          <a:p>
            <a:pPr indent="0" marL="0">
              <a:lnSpc>
                <a:spcPct val="110000"/>
              </a:lnSpc>
              <a:buNone/>
            </a:pPr>
            <a:r>
              <a:rPr lang="en-US" sz="800" dirty="0">
                <a:solidFill>
                  <a:srgbClr val="000000"/>
                </a:solidFill>
                <a:latin typeface="Arial" pitchFamily="34" charset="0"/>
                <a:ea typeface="Arial" pitchFamily="34" charset="-122"/>
                <a:cs typeface="Arial" pitchFamily="34" charset="-120"/>
              </a:rPr>
              <a:t> </a:t>
            </a:r>
            <a:endParaRPr lang="en-US" sz="2000" dirty="0"/>
          </a:p>
          <a:p>
            <a:pPr indent="0" marL="0">
              <a:lnSpc>
                <a:spcPct val="110000"/>
              </a:lnSpc>
              <a:buNone/>
            </a:pPr>
            <a:r>
              <a:rPr lang="en-US" sz="1600" dirty="0">
                <a:solidFill>
                  <a:srgbClr val="1D1D1F"/>
                </a:solidFill>
                <a:latin typeface="Arial" pitchFamily="34" charset="0"/>
                <a:ea typeface="Arial" pitchFamily="34" charset="-122"/>
                <a:cs typeface="Arial" pitchFamily="34" charset="-120"/>
              </a:rPr>
              <a:t>시상식 · 점심 · 게임 — 약 80명</a:t>
            </a:r>
            <a:endParaRPr lang="en-US" sz="2000" dirty="0"/>
          </a:p>
          <a:p>
            <a:pPr indent="0" marL="0">
              <a:lnSpc>
                <a:spcPct val="110000"/>
              </a:lnSpc>
              <a:buNone/>
            </a:pPr>
            <a:r>
              <a:rPr lang="en-US" sz="1300" dirty="0">
                <a:solidFill>
                  <a:srgbClr val="6E6E73"/>
                </a:solidFill>
                <a:latin typeface="Arial" pitchFamily="34" charset="0"/>
                <a:ea typeface="Arial" pitchFamily="34" charset="-122"/>
                <a:cs typeface="Arial" pitchFamily="34" charset="-120"/>
              </a:rPr>
              <a:t>Spring picnic: awards, lunch, games — about 80 people</a:t>
            </a:r>
            <a:endParaRPr lang="en-US" sz="2000" dirty="0"/>
          </a:p>
        </p:txBody>
      </p:sp>
      <p:sp>
        <p:nvSpPr>
          <p:cNvPr id="11" name="Text 8"/>
          <p:cNvSpPr txBox="1"/>
          <p:nvPr/>
        </p:nvSpPr>
        <p:spPr>
          <a:xfrm>
            <a:off x="3482264" y="1463040"/>
            <a:ext cx="2430704" cy="548640"/>
          </a:xfrm>
          <a:prstGeom prst="rect">
            <a:avLst/>
          </a:prstGeom>
          <a:noFill/>
          <a:ln/>
        </p:spPr>
        <p:txBody>
          <a:bodyPr wrap="square" lIns="0" tIns="0" rIns="0" bIns="0" rtlCol="0" anchor="ctr"/>
          <a:lstStyle/>
          <a:p>
            <a:pPr indent="0" marL="0">
              <a:buNone/>
            </a:pPr>
            <a:r>
              <a:rPr lang="en-US" sz="2800" b="1" dirty="0">
                <a:solidFill>
                  <a:srgbClr val="1F4788"/>
                </a:solidFill>
                <a:latin typeface="Arial" pitchFamily="34" charset="0"/>
                <a:ea typeface="Arial" pitchFamily="34" charset="-122"/>
                <a:cs typeface="Arial" pitchFamily="34" charset="-120"/>
              </a:rPr>
              <a:t>2023 가을</a:t>
            </a:r>
            <a:endParaRPr lang="en-US" sz="2800" dirty="0"/>
          </a:p>
        </p:txBody>
      </p:sp>
      <p:sp>
        <p:nvSpPr>
          <p:cNvPr id="12" name="Shape 9"/>
          <p:cNvSpPr/>
          <p:nvPr/>
        </p:nvSpPr>
        <p:spPr>
          <a:xfrm>
            <a:off x="3482264" y="2221992"/>
            <a:ext cx="219456" cy="219456"/>
          </a:xfrm>
          <a:prstGeom prst="ellipse">
            <a:avLst/>
          </a:prstGeom>
          <a:solidFill>
            <a:srgbClr val="1F4788"/>
          </a:solidFill>
          <a:ln w="25400">
            <a:solidFill>
              <a:srgbClr val="FFFFFF"/>
            </a:solidFill>
            <a:prstDash val="solid"/>
          </a:ln>
        </p:spPr>
      </p:sp>
      <p:sp>
        <p:nvSpPr>
          <p:cNvPr id="13" name="Text 10"/>
          <p:cNvSpPr txBox="1"/>
          <p:nvPr/>
        </p:nvSpPr>
        <p:spPr>
          <a:xfrm>
            <a:off x="3482264" y="2743200"/>
            <a:ext cx="2430704" cy="2926080"/>
          </a:xfrm>
          <a:prstGeom prst="rect">
            <a:avLst/>
          </a:prstGeom>
          <a:noFill/>
          <a:ln/>
        </p:spPr>
        <p:txBody>
          <a:bodyPr wrap="square" lIns="0" tIns="0" rIns="0" bIns="0" rtlCol="0" anchor="t"/>
          <a:lstStyle/>
          <a:p>
            <a:pPr indent="0" marL="0">
              <a:lnSpc>
                <a:spcPct val="110000"/>
              </a:lnSpc>
              <a:buNone/>
            </a:pPr>
            <a:r>
              <a:rPr lang="en-US" sz="2000" b="1" dirty="0">
                <a:solidFill>
                  <a:srgbClr val="1D1D1F"/>
                </a:solidFill>
                <a:latin typeface="Arial" pitchFamily="34" charset="0"/>
                <a:ea typeface="Arial" pitchFamily="34" charset="-122"/>
                <a:cs typeface="Arial" pitchFamily="34" charset="-120"/>
              </a:rPr>
              <a:t>9/23 · 첫 가을 운동회</a:t>
            </a:r>
            <a:endParaRPr lang="en-US" sz="2000" dirty="0"/>
          </a:p>
          <a:p>
            <a:pPr indent="0" marL="0">
              <a:lnSpc>
                <a:spcPct val="110000"/>
              </a:lnSpc>
              <a:buNone/>
            </a:pPr>
            <a:r>
              <a:rPr lang="en-US" sz="1500" dirty="0">
                <a:solidFill>
                  <a:srgbClr val="6E6E73"/>
                </a:solidFill>
                <a:latin typeface="Arial" pitchFamily="34" charset="0"/>
                <a:ea typeface="Arial" pitchFamily="34" charset="-122"/>
                <a:cs typeface="Arial" pitchFamily="34" charset="-120"/>
              </a:rPr>
              <a:t>브레이핸 스프링 공원</a:t>
            </a:r>
            <a:endParaRPr lang="en-US" sz="2000" dirty="0"/>
          </a:p>
          <a:p>
            <a:pPr indent="0" marL="0">
              <a:lnSpc>
                <a:spcPct val="110000"/>
              </a:lnSpc>
              <a:buNone/>
            </a:pPr>
            <a:r>
              <a:rPr lang="en-US" sz="800" dirty="0">
                <a:solidFill>
                  <a:srgbClr val="000000"/>
                </a:solidFill>
                <a:latin typeface="Arial" pitchFamily="34" charset="0"/>
                <a:ea typeface="Arial" pitchFamily="34" charset="-122"/>
                <a:cs typeface="Arial" pitchFamily="34" charset="-120"/>
              </a:rPr>
              <a:t> </a:t>
            </a:r>
            <a:endParaRPr lang="en-US" sz="2000" dirty="0"/>
          </a:p>
          <a:p>
            <a:pPr indent="0" marL="0">
              <a:lnSpc>
                <a:spcPct val="110000"/>
              </a:lnSpc>
              <a:buNone/>
            </a:pPr>
            <a:r>
              <a:rPr lang="en-US" sz="1600" dirty="0">
                <a:solidFill>
                  <a:srgbClr val="1D1D1F"/>
                </a:solidFill>
                <a:latin typeface="Arial" pitchFamily="34" charset="0"/>
                <a:ea typeface="Arial" pitchFamily="34" charset="-122"/>
                <a:cs typeface="Arial" pitchFamily="34" charset="-120"/>
              </a:rPr>
              <a:t>학부모 적극 참여, 반응 좋음</a:t>
            </a:r>
            <a:endParaRPr lang="en-US" sz="2000" dirty="0"/>
          </a:p>
          <a:p>
            <a:pPr indent="0" marL="0">
              <a:lnSpc>
                <a:spcPct val="110000"/>
              </a:lnSpc>
              <a:buNone/>
            </a:pPr>
            <a:r>
              <a:rPr lang="en-US" sz="1300" dirty="0">
                <a:solidFill>
                  <a:srgbClr val="6E6E73"/>
                </a:solidFill>
                <a:latin typeface="Arial" pitchFamily="34" charset="0"/>
                <a:ea typeface="Arial" pitchFamily="34" charset="-122"/>
                <a:cs typeface="Arial" pitchFamily="34" charset="-120"/>
              </a:rPr>
              <a:t>Strong parent turnout and response</a:t>
            </a:r>
            <a:endParaRPr lang="en-US" sz="2000" dirty="0"/>
          </a:p>
        </p:txBody>
      </p:sp>
      <p:sp>
        <p:nvSpPr>
          <p:cNvPr id="14" name="Text 11"/>
          <p:cNvSpPr txBox="1"/>
          <p:nvPr/>
        </p:nvSpPr>
        <p:spPr>
          <a:xfrm>
            <a:off x="6278728" y="1463040"/>
            <a:ext cx="2430704" cy="548640"/>
          </a:xfrm>
          <a:prstGeom prst="rect">
            <a:avLst/>
          </a:prstGeom>
          <a:noFill/>
          <a:ln/>
        </p:spPr>
        <p:txBody>
          <a:bodyPr wrap="square" lIns="0" tIns="0" rIns="0" bIns="0" rtlCol="0" anchor="ctr"/>
          <a:lstStyle/>
          <a:p>
            <a:pPr indent="0" marL="0">
              <a:buNone/>
            </a:pPr>
            <a:r>
              <a:rPr lang="en-US" sz="2800" b="1" dirty="0">
                <a:solidFill>
                  <a:srgbClr val="1F4788"/>
                </a:solidFill>
                <a:latin typeface="Arial" pitchFamily="34" charset="0"/>
                <a:ea typeface="Arial" pitchFamily="34" charset="-122"/>
                <a:cs typeface="Arial" pitchFamily="34" charset="-120"/>
              </a:rPr>
              <a:t>2024 가을</a:t>
            </a:r>
            <a:endParaRPr lang="en-US" sz="2800" dirty="0"/>
          </a:p>
        </p:txBody>
      </p:sp>
      <p:sp>
        <p:nvSpPr>
          <p:cNvPr id="15" name="Shape 12"/>
          <p:cNvSpPr/>
          <p:nvPr/>
        </p:nvSpPr>
        <p:spPr>
          <a:xfrm>
            <a:off x="6278728" y="2221992"/>
            <a:ext cx="219456" cy="219456"/>
          </a:xfrm>
          <a:prstGeom prst="ellipse">
            <a:avLst/>
          </a:prstGeom>
          <a:solidFill>
            <a:srgbClr val="1F4788"/>
          </a:solidFill>
          <a:ln w="25400">
            <a:solidFill>
              <a:srgbClr val="FFFFFF"/>
            </a:solidFill>
            <a:prstDash val="solid"/>
          </a:ln>
        </p:spPr>
      </p:sp>
      <p:sp>
        <p:nvSpPr>
          <p:cNvPr id="16" name="Text 13"/>
          <p:cNvSpPr txBox="1"/>
          <p:nvPr/>
        </p:nvSpPr>
        <p:spPr>
          <a:xfrm>
            <a:off x="6278728" y="2743200"/>
            <a:ext cx="2430704" cy="2926080"/>
          </a:xfrm>
          <a:prstGeom prst="rect">
            <a:avLst/>
          </a:prstGeom>
          <a:noFill/>
          <a:ln/>
        </p:spPr>
        <p:txBody>
          <a:bodyPr wrap="square" lIns="0" tIns="0" rIns="0" bIns="0" rtlCol="0" anchor="t"/>
          <a:lstStyle/>
          <a:p>
            <a:pPr indent="0" marL="0">
              <a:lnSpc>
                <a:spcPct val="110000"/>
              </a:lnSpc>
              <a:buNone/>
            </a:pPr>
            <a:r>
              <a:rPr lang="en-US" sz="2000" b="1" dirty="0">
                <a:solidFill>
                  <a:srgbClr val="1D1D1F"/>
                </a:solidFill>
                <a:latin typeface="Arial" pitchFamily="34" charset="0"/>
                <a:ea typeface="Arial" pitchFamily="34" charset="-122"/>
                <a:cs typeface="Arial" pitchFamily="34" charset="-120"/>
              </a:rPr>
              <a:t>10/26 · 가을 운동회</a:t>
            </a:r>
            <a:endParaRPr lang="en-US" sz="2000" dirty="0"/>
          </a:p>
          <a:p>
            <a:pPr indent="0" marL="0">
              <a:lnSpc>
                <a:spcPct val="110000"/>
              </a:lnSpc>
              <a:buNone/>
            </a:pPr>
            <a:r>
              <a:rPr lang="en-US" sz="1500" dirty="0">
                <a:solidFill>
                  <a:srgbClr val="6E6E73"/>
                </a:solidFill>
                <a:latin typeface="Arial" pitchFamily="34" charset="0"/>
                <a:ea typeface="Arial" pitchFamily="34" charset="-122"/>
                <a:cs typeface="Arial" pitchFamily="34" charset="-120"/>
              </a:rPr>
              <a:t>1번 파빌리온</a:t>
            </a:r>
            <a:endParaRPr lang="en-US" sz="2000" dirty="0"/>
          </a:p>
          <a:p>
            <a:pPr indent="0" marL="0">
              <a:lnSpc>
                <a:spcPct val="110000"/>
              </a:lnSpc>
              <a:buNone/>
            </a:pPr>
            <a:r>
              <a:rPr lang="en-US" sz="800" dirty="0">
                <a:solidFill>
                  <a:srgbClr val="000000"/>
                </a:solidFill>
                <a:latin typeface="Arial" pitchFamily="34" charset="0"/>
                <a:ea typeface="Arial" pitchFamily="34" charset="-122"/>
                <a:cs typeface="Arial" pitchFamily="34" charset="-120"/>
              </a:rPr>
              <a:t> </a:t>
            </a:r>
            <a:endParaRPr lang="en-US" sz="2000" dirty="0"/>
          </a:p>
          <a:p>
            <a:pPr indent="0" marL="0">
              <a:lnSpc>
                <a:spcPct val="110000"/>
              </a:lnSpc>
              <a:buNone/>
            </a:pPr>
            <a:r>
              <a:rPr lang="en-US" sz="1600" dirty="0">
                <a:solidFill>
                  <a:srgbClr val="1D1D1F"/>
                </a:solidFill>
                <a:latin typeface="Arial" pitchFamily="34" charset="0"/>
                <a:ea typeface="Arial" pitchFamily="34" charset="-122"/>
                <a:cs typeface="Arial" pitchFamily="34" charset="-120"/>
              </a:rPr>
              <a:t>PTA 점심 — 김밥 · 과일 · 물 · 커피</a:t>
            </a:r>
            <a:endParaRPr lang="en-US" sz="2000" dirty="0"/>
          </a:p>
          <a:p>
            <a:pPr indent="0" marL="0">
              <a:lnSpc>
                <a:spcPct val="110000"/>
              </a:lnSpc>
              <a:buNone/>
            </a:pPr>
            <a:r>
              <a:rPr lang="en-US" sz="1300" dirty="0">
                <a:solidFill>
                  <a:srgbClr val="6E6E73"/>
                </a:solidFill>
                <a:latin typeface="Arial" pitchFamily="34" charset="0"/>
                <a:ea typeface="Arial" pitchFamily="34" charset="-122"/>
                <a:cs typeface="Arial" pitchFamily="34" charset="-120"/>
              </a:rPr>
              <a:t>PTA lunch: kimbap, fruit, water, coffee</a:t>
            </a:r>
            <a:endParaRPr lang="en-US" sz="2000" dirty="0"/>
          </a:p>
        </p:txBody>
      </p:sp>
      <p:sp>
        <p:nvSpPr>
          <p:cNvPr id="17" name="Text 14"/>
          <p:cNvSpPr txBox="1"/>
          <p:nvPr/>
        </p:nvSpPr>
        <p:spPr>
          <a:xfrm>
            <a:off x="9075191" y="1463040"/>
            <a:ext cx="2430704" cy="548640"/>
          </a:xfrm>
          <a:prstGeom prst="rect">
            <a:avLst/>
          </a:prstGeom>
          <a:noFill/>
          <a:ln/>
        </p:spPr>
        <p:txBody>
          <a:bodyPr wrap="square" lIns="0" tIns="0" rIns="0" bIns="0" rtlCol="0" anchor="ctr"/>
          <a:lstStyle/>
          <a:p>
            <a:pPr indent="0" marL="0">
              <a:buNone/>
            </a:pPr>
            <a:r>
              <a:rPr lang="en-US" sz="2800" b="1" dirty="0">
                <a:solidFill>
                  <a:srgbClr val="D23C4C"/>
                </a:solidFill>
                <a:latin typeface="Arial" pitchFamily="34" charset="0"/>
                <a:ea typeface="Arial" pitchFamily="34" charset="-122"/>
                <a:cs typeface="Arial" pitchFamily="34" charset="-120"/>
              </a:rPr>
              <a:t>2025 가을</a:t>
            </a:r>
            <a:endParaRPr lang="en-US" sz="2800" dirty="0"/>
          </a:p>
        </p:txBody>
      </p:sp>
      <p:sp>
        <p:nvSpPr>
          <p:cNvPr id="18" name="Shape 15"/>
          <p:cNvSpPr/>
          <p:nvPr/>
        </p:nvSpPr>
        <p:spPr>
          <a:xfrm>
            <a:off x="9075191" y="2221992"/>
            <a:ext cx="219456" cy="219456"/>
          </a:xfrm>
          <a:prstGeom prst="ellipse">
            <a:avLst/>
          </a:prstGeom>
          <a:solidFill>
            <a:srgbClr val="D23C4C"/>
          </a:solidFill>
          <a:ln w="25400">
            <a:solidFill>
              <a:srgbClr val="FFFFFF"/>
            </a:solidFill>
            <a:prstDash val="solid"/>
          </a:ln>
        </p:spPr>
      </p:sp>
      <p:sp>
        <p:nvSpPr>
          <p:cNvPr id="19" name="Text 16"/>
          <p:cNvSpPr txBox="1"/>
          <p:nvPr/>
        </p:nvSpPr>
        <p:spPr>
          <a:xfrm>
            <a:off x="9075191" y="2743200"/>
            <a:ext cx="2430704" cy="2926080"/>
          </a:xfrm>
          <a:prstGeom prst="rect">
            <a:avLst/>
          </a:prstGeom>
          <a:noFill/>
          <a:ln/>
        </p:spPr>
        <p:txBody>
          <a:bodyPr wrap="square" lIns="0" tIns="0" rIns="0" bIns="0" rtlCol="0" anchor="t"/>
          <a:lstStyle/>
          <a:p>
            <a:pPr indent="0" marL="0">
              <a:lnSpc>
                <a:spcPct val="110000"/>
              </a:lnSpc>
              <a:buNone/>
            </a:pPr>
            <a:r>
              <a:rPr lang="en-US" sz="2000" b="1" dirty="0">
                <a:solidFill>
                  <a:srgbClr val="1D1D1F"/>
                </a:solidFill>
                <a:latin typeface="Arial" pitchFamily="34" charset="0"/>
                <a:ea typeface="Arial" pitchFamily="34" charset="-122"/>
                <a:cs typeface="Arial" pitchFamily="34" charset="-120"/>
              </a:rPr>
              <a:t>11월 · 가을 운동회</a:t>
            </a:r>
            <a:endParaRPr lang="en-US" sz="2000" dirty="0"/>
          </a:p>
          <a:p>
            <a:pPr indent="0" marL="0">
              <a:lnSpc>
                <a:spcPct val="110000"/>
              </a:lnSpc>
              <a:buNone/>
            </a:pPr>
            <a:r>
              <a:rPr lang="en-US" sz="1500" dirty="0">
                <a:solidFill>
                  <a:srgbClr val="6E6E73"/>
                </a:solidFill>
                <a:latin typeface="Arial" pitchFamily="34" charset="0"/>
                <a:ea typeface="Arial" pitchFamily="34" charset="-122"/>
                <a:cs typeface="Arial" pitchFamily="34" charset="-120"/>
              </a:rPr>
              <a:t>1번 파빌리온</a:t>
            </a:r>
            <a:endParaRPr lang="en-US" sz="2000" dirty="0"/>
          </a:p>
          <a:p>
            <a:pPr indent="0" marL="0">
              <a:lnSpc>
                <a:spcPct val="110000"/>
              </a:lnSpc>
              <a:buNone/>
            </a:pPr>
            <a:r>
              <a:rPr lang="en-US" sz="800" dirty="0">
                <a:solidFill>
                  <a:srgbClr val="000000"/>
                </a:solidFill>
                <a:latin typeface="Arial" pitchFamily="34" charset="0"/>
                <a:ea typeface="Arial" pitchFamily="34" charset="-122"/>
                <a:cs typeface="Arial" pitchFamily="34" charset="-120"/>
              </a:rPr>
              <a:t> </a:t>
            </a:r>
            <a:endParaRPr lang="en-US" sz="2000" dirty="0"/>
          </a:p>
          <a:p>
            <a:pPr indent="0" marL="0">
              <a:lnSpc>
                <a:spcPct val="110000"/>
              </a:lnSpc>
              <a:buNone/>
            </a:pPr>
            <a:r>
              <a:rPr lang="en-US" sz="1600" dirty="0">
                <a:solidFill>
                  <a:srgbClr val="1D1D1F"/>
                </a:solidFill>
                <a:latin typeface="Arial" pitchFamily="34" charset="0"/>
                <a:ea typeface="Arial" pitchFamily="34" charset="-122"/>
                <a:cs typeface="Arial" pitchFamily="34" charset="-120"/>
              </a:rPr>
              <a:t>브레이핸 스프링 공원 자리 잡음</a:t>
            </a:r>
            <a:endParaRPr lang="en-US" sz="2000" dirty="0"/>
          </a:p>
          <a:p>
            <a:pPr indent="0" marL="0">
              <a:lnSpc>
                <a:spcPct val="110000"/>
              </a:lnSpc>
              <a:buNone/>
            </a:pPr>
            <a:r>
              <a:rPr lang="en-US" sz="1300" dirty="0">
                <a:solidFill>
                  <a:srgbClr val="6E6E73"/>
                </a:solidFill>
                <a:latin typeface="Arial" pitchFamily="34" charset="0"/>
                <a:ea typeface="Arial" pitchFamily="34" charset="-122"/>
                <a:cs typeface="Arial" pitchFamily="34" charset="-120"/>
              </a:rPr>
              <a:t>Brahan Spring Park becomes our home</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6400800"/>
            <a:ext cx="6400800" cy="274320"/>
          </a:xfrm>
          <a:prstGeom prst="rect">
            <a:avLst/>
          </a:prstGeom>
          <a:noFill/>
          <a:ln/>
        </p:spPr>
        <p:txBody>
          <a:bodyPr wrap="square" lIns="0" tIns="0" rIns="0" bIns="0" rtlCol="0" anchor="ctr"/>
          <a:lstStyle/>
          <a:p>
            <a:pPr indent="0" marL="0">
              <a:buNone/>
            </a:pPr>
            <a:r>
              <a:rPr lang="en-US" sz="1000" dirty="0">
                <a:solidFill>
                  <a:srgbClr val="6E6E73"/>
                </a:solidFill>
                <a:latin typeface="Arial" pitchFamily="34" charset="0"/>
                <a:ea typeface="Arial" pitchFamily="34" charset="-122"/>
                <a:cs typeface="Arial" pitchFamily="34" charset="-120"/>
              </a:rPr>
              <a:t>북알라바마 한국학교 · 교사회의 2026.10.03</a:t>
            </a:r>
            <a:endParaRPr lang="en-US" sz="1000" dirty="0"/>
          </a:p>
        </p:txBody>
      </p:sp>
      <p:sp>
        <p:nvSpPr>
          <p:cNvPr id="3" name="Text 1"/>
          <p:cNvSpPr txBox="1"/>
          <p:nvPr/>
        </p:nvSpPr>
        <p:spPr>
          <a:xfrm>
            <a:off x="10591495" y="6400800"/>
            <a:ext cx="914400" cy="274320"/>
          </a:xfrm>
          <a:prstGeom prst="rect">
            <a:avLst/>
          </a:prstGeom>
          <a:noFill/>
          <a:ln/>
        </p:spPr>
        <p:txBody>
          <a:bodyPr wrap="square" lIns="0" tIns="0" rIns="0" bIns="0" rtlCol="0" anchor="ctr"/>
          <a:lstStyle/>
          <a:p>
            <a:pPr algn="r" indent="0" marL="0">
              <a:buNone/>
            </a:pPr>
            <a:r>
              <a:rPr lang="en-US" sz="1000" dirty="0">
                <a:solidFill>
                  <a:srgbClr val="6E6E73"/>
                </a:solidFill>
                <a:latin typeface="Arial" pitchFamily="34" charset="0"/>
                <a:ea typeface="Arial" pitchFamily="34" charset="-122"/>
                <a:cs typeface="Arial" pitchFamily="34" charset="-120"/>
              </a:rPr>
              <a:t>6</a:t>
            </a:r>
            <a:endParaRPr lang="en-US" sz="1000" dirty="0"/>
          </a:p>
        </p:txBody>
      </p:sp>
      <p:sp>
        <p:nvSpPr>
          <p:cNvPr id="5" name="Shape 2"/>
          <p:cNvSpPr/>
          <p:nvPr/>
        </p:nvSpPr>
        <p:spPr>
          <a:xfrm>
            <a:off x="685800" y="731520"/>
            <a:ext cx="182880" cy="182880"/>
          </a:xfrm>
          <a:prstGeom prst="ellipse">
            <a:avLst/>
          </a:prstGeom>
          <a:solidFill>
            <a:srgbClr val="9BC23A"/>
          </a:solidFill>
          <a:ln w="12700">
            <a:solidFill>
              <a:srgbClr val="9BC23A"/>
            </a:solidFill>
            <a:prstDash val="solid"/>
          </a:ln>
        </p:spPr>
      </p:sp>
      <p:sp>
        <p:nvSpPr>
          <p:cNvPr id="6" name="Text 3"/>
          <p:cNvSpPr txBox="1"/>
          <p:nvPr/>
        </p:nvSpPr>
        <p:spPr>
          <a:xfrm>
            <a:off x="1051560" y="548640"/>
            <a:ext cx="10454335" cy="548640"/>
          </a:xfrm>
          <a:prstGeom prst="rect">
            <a:avLst/>
          </a:prstGeom>
          <a:noFill/>
          <a:ln/>
        </p:spPr>
        <p:txBody>
          <a:bodyPr wrap="square" lIns="0" tIns="0" rIns="0" bIns="0" rtlCol="0" anchor="ctr"/>
          <a:lstStyle/>
          <a:p>
            <a:pPr indent="0" marL="0">
              <a:buNone/>
            </a:pPr>
            <a:r>
              <a:rPr lang="en-US" sz="3200" b="1" dirty="0">
                <a:solidFill>
                  <a:srgbClr val="1D1D1F"/>
                </a:solidFill>
                <a:latin typeface="Arial" pitchFamily="34" charset="0"/>
                <a:ea typeface="Arial" pitchFamily="34" charset="-122"/>
                <a:cs typeface="Arial" pitchFamily="34" charset="-120"/>
              </a:rPr>
              <a:t>잘 됐던 것</a:t>
            </a:r>
            <a:pPr indent="0" marL="0">
              <a:buNone/>
            </a:pPr>
            <a:r>
              <a:rPr lang="en-US" sz="1800" dirty="0">
                <a:solidFill>
                  <a:srgbClr val="6E6E73"/>
                </a:solidFill>
                <a:latin typeface="Arial" pitchFamily="34" charset="0"/>
                <a:ea typeface="Arial" pitchFamily="34" charset="-122"/>
                <a:cs typeface="Arial" pitchFamily="34" charset="-120"/>
              </a:rPr>
              <a:t>   What worked — keep it</a:t>
            </a:r>
            <a:endParaRPr lang="en-US" sz="3200" dirty="0"/>
          </a:p>
        </p:txBody>
      </p:sp>
      <p:sp>
        <p:nvSpPr>
          <p:cNvPr id="7" name="Shape 4"/>
          <p:cNvSpPr/>
          <p:nvPr/>
        </p:nvSpPr>
        <p:spPr>
          <a:xfrm>
            <a:off x="685800" y="1508760"/>
            <a:ext cx="5272888" cy="2194560"/>
          </a:xfrm>
          <a:prstGeom prst="roundRect">
            <a:avLst>
              <a:gd name="adj" fmla="val 6250"/>
            </a:avLst>
          </a:prstGeom>
          <a:solidFill>
            <a:srgbClr val="F7F7F9"/>
          </a:solidFill>
          <a:ln w="12700">
            <a:solidFill>
              <a:srgbClr val="F7F7F9"/>
            </a:solidFill>
            <a:prstDash val="solid"/>
          </a:ln>
        </p:spPr>
      </p:sp>
      <p:sp>
        <p:nvSpPr>
          <p:cNvPr id="8" name="Text 5"/>
          <p:cNvSpPr txBox="1"/>
          <p:nvPr/>
        </p:nvSpPr>
        <p:spPr>
          <a:xfrm>
            <a:off x="1005840" y="1783080"/>
            <a:ext cx="914400" cy="457200"/>
          </a:xfrm>
          <a:prstGeom prst="rect">
            <a:avLst/>
          </a:prstGeom>
          <a:noFill/>
          <a:ln/>
        </p:spPr>
        <p:txBody>
          <a:bodyPr wrap="square" lIns="0" tIns="0" rIns="0" bIns="0" rtlCol="0" anchor="ctr"/>
          <a:lstStyle/>
          <a:p>
            <a:pPr indent="0" marL="0">
              <a:buNone/>
            </a:pPr>
            <a:r>
              <a:rPr lang="en-US" sz="2200" b="1" dirty="0">
                <a:solidFill>
                  <a:srgbClr val="D23C4C"/>
                </a:solidFill>
                <a:latin typeface="Arial" pitchFamily="34" charset="0"/>
                <a:ea typeface="Arial" pitchFamily="34" charset="-122"/>
                <a:cs typeface="Arial" pitchFamily="34" charset="-120"/>
              </a:rPr>
              <a:t>01</a:t>
            </a:r>
            <a:endParaRPr lang="en-US" sz="2200" dirty="0"/>
          </a:p>
        </p:txBody>
      </p:sp>
      <p:sp>
        <p:nvSpPr>
          <p:cNvPr id="9" name="Text 6"/>
          <p:cNvSpPr txBox="1"/>
          <p:nvPr/>
        </p:nvSpPr>
        <p:spPr>
          <a:xfrm>
            <a:off x="1005840" y="2377440"/>
            <a:ext cx="4632808" cy="1005840"/>
          </a:xfrm>
          <a:prstGeom prst="rect">
            <a:avLst/>
          </a:prstGeom>
          <a:noFill/>
          <a:ln/>
        </p:spPr>
        <p:txBody>
          <a:bodyPr wrap="square" lIns="0" tIns="0" rIns="0" bIns="0" rtlCol="0" anchor="t"/>
          <a:lstStyle/>
          <a:p>
            <a:pPr indent="0" marL="0">
              <a:buNone/>
            </a:pPr>
            <a:r>
              <a:rPr lang="en-US" sz="2000" b="1" dirty="0">
                <a:solidFill>
                  <a:srgbClr val="1D1D1F"/>
                </a:solidFill>
                <a:latin typeface="Arial" pitchFamily="34" charset="0"/>
                <a:ea typeface="Arial" pitchFamily="34" charset="-122"/>
                <a:cs typeface="Arial" pitchFamily="34" charset="-120"/>
              </a:rPr>
              <a:t>학교 티셔츠 + 팀 스카프</a:t>
            </a:r>
            <a:endParaRPr lang="en-US" sz="2000" dirty="0"/>
          </a:p>
          <a:p>
            <a:pPr indent="0" marL="0">
              <a:buNone/>
            </a:pPr>
            <a:r>
              <a:rPr lang="en-US" sz="1400" dirty="0">
                <a:solidFill>
                  <a:srgbClr val="6E6E73"/>
                </a:solidFill>
                <a:latin typeface="Arial" pitchFamily="34" charset="0"/>
                <a:ea typeface="Arial" pitchFamily="34" charset="-122"/>
                <a:cs typeface="Arial" pitchFamily="34" charset="-120"/>
              </a:rPr>
              <a:t>School T-shirts + team scarves</a:t>
            </a:r>
            <a:endParaRPr lang="en-US" sz="2000" dirty="0"/>
          </a:p>
        </p:txBody>
      </p:sp>
      <p:sp>
        <p:nvSpPr>
          <p:cNvPr id="10" name="Shape 7"/>
          <p:cNvSpPr/>
          <p:nvPr/>
        </p:nvSpPr>
        <p:spPr>
          <a:xfrm>
            <a:off x="6233008" y="1508760"/>
            <a:ext cx="5272888" cy="2194560"/>
          </a:xfrm>
          <a:prstGeom prst="roundRect">
            <a:avLst>
              <a:gd name="adj" fmla="val 6250"/>
            </a:avLst>
          </a:prstGeom>
          <a:solidFill>
            <a:srgbClr val="F7F7F9"/>
          </a:solidFill>
          <a:ln w="12700">
            <a:solidFill>
              <a:srgbClr val="F7F7F9"/>
            </a:solidFill>
            <a:prstDash val="solid"/>
          </a:ln>
        </p:spPr>
      </p:sp>
      <p:sp>
        <p:nvSpPr>
          <p:cNvPr id="11" name="Text 8"/>
          <p:cNvSpPr txBox="1"/>
          <p:nvPr/>
        </p:nvSpPr>
        <p:spPr>
          <a:xfrm>
            <a:off x="6553048" y="1783080"/>
            <a:ext cx="914400" cy="457200"/>
          </a:xfrm>
          <a:prstGeom prst="rect">
            <a:avLst/>
          </a:prstGeom>
          <a:noFill/>
          <a:ln/>
        </p:spPr>
        <p:txBody>
          <a:bodyPr wrap="square" lIns="0" tIns="0" rIns="0" bIns="0" rtlCol="0" anchor="ctr"/>
          <a:lstStyle/>
          <a:p>
            <a:pPr indent="0" marL="0">
              <a:buNone/>
            </a:pPr>
            <a:r>
              <a:rPr lang="en-US" sz="2200" b="1" dirty="0">
                <a:solidFill>
                  <a:srgbClr val="D23C4C"/>
                </a:solidFill>
                <a:latin typeface="Arial" pitchFamily="34" charset="0"/>
                <a:ea typeface="Arial" pitchFamily="34" charset="-122"/>
                <a:cs typeface="Arial" pitchFamily="34" charset="-120"/>
              </a:rPr>
              <a:t>02</a:t>
            </a:r>
            <a:endParaRPr lang="en-US" sz="2200" dirty="0"/>
          </a:p>
        </p:txBody>
      </p:sp>
      <p:sp>
        <p:nvSpPr>
          <p:cNvPr id="12" name="Text 9"/>
          <p:cNvSpPr txBox="1"/>
          <p:nvPr/>
        </p:nvSpPr>
        <p:spPr>
          <a:xfrm>
            <a:off x="6553048" y="2377440"/>
            <a:ext cx="4632808" cy="1005840"/>
          </a:xfrm>
          <a:prstGeom prst="rect">
            <a:avLst/>
          </a:prstGeom>
          <a:noFill/>
          <a:ln/>
        </p:spPr>
        <p:txBody>
          <a:bodyPr wrap="square" lIns="0" tIns="0" rIns="0" bIns="0" rtlCol="0" anchor="t"/>
          <a:lstStyle/>
          <a:p>
            <a:pPr indent="0" marL="0">
              <a:buNone/>
            </a:pPr>
            <a:r>
              <a:rPr lang="en-US" sz="2000" b="1" dirty="0">
                <a:solidFill>
                  <a:srgbClr val="1D1D1F"/>
                </a:solidFill>
                <a:latin typeface="Arial" pitchFamily="34" charset="0"/>
                <a:ea typeface="Arial" pitchFamily="34" charset="-122"/>
                <a:cs typeface="Arial" pitchFamily="34" charset="-120"/>
              </a:rPr>
              <a:t>PTA 점심 · 간식</a:t>
            </a:r>
            <a:endParaRPr lang="en-US" sz="2000" dirty="0"/>
          </a:p>
          <a:p>
            <a:pPr indent="0" marL="0">
              <a:buNone/>
            </a:pPr>
            <a:r>
              <a:rPr lang="en-US" sz="1400" dirty="0">
                <a:solidFill>
                  <a:srgbClr val="6E6E73"/>
                </a:solidFill>
                <a:latin typeface="Arial" pitchFamily="34" charset="0"/>
                <a:ea typeface="Arial" pitchFamily="34" charset="-122"/>
                <a:cs typeface="Arial" pitchFamily="34" charset="-120"/>
              </a:rPr>
              <a:t>PTA lunch: kimbap, fruit, water, coffee</a:t>
            </a:r>
            <a:endParaRPr lang="en-US" sz="2000" dirty="0"/>
          </a:p>
        </p:txBody>
      </p:sp>
      <p:sp>
        <p:nvSpPr>
          <p:cNvPr id="13" name="Shape 10"/>
          <p:cNvSpPr/>
          <p:nvPr/>
        </p:nvSpPr>
        <p:spPr>
          <a:xfrm>
            <a:off x="685800" y="3977640"/>
            <a:ext cx="5272888" cy="2194560"/>
          </a:xfrm>
          <a:prstGeom prst="roundRect">
            <a:avLst>
              <a:gd name="adj" fmla="val 6250"/>
            </a:avLst>
          </a:prstGeom>
          <a:solidFill>
            <a:srgbClr val="F7F7F9"/>
          </a:solidFill>
          <a:ln w="12700">
            <a:solidFill>
              <a:srgbClr val="F7F7F9"/>
            </a:solidFill>
            <a:prstDash val="solid"/>
          </a:ln>
        </p:spPr>
      </p:sp>
      <p:sp>
        <p:nvSpPr>
          <p:cNvPr id="14" name="Text 11"/>
          <p:cNvSpPr txBox="1"/>
          <p:nvPr/>
        </p:nvSpPr>
        <p:spPr>
          <a:xfrm>
            <a:off x="1005840" y="4251960"/>
            <a:ext cx="914400" cy="457200"/>
          </a:xfrm>
          <a:prstGeom prst="rect">
            <a:avLst/>
          </a:prstGeom>
          <a:noFill/>
          <a:ln/>
        </p:spPr>
        <p:txBody>
          <a:bodyPr wrap="square" lIns="0" tIns="0" rIns="0" bIns="0" rtlCol="0" anchor="ctr"/>
          <a:lstStyle/>
          <a:p>
            <a:pPr indent="0" marL="0">
              <a:buNone/>
            </a:pPr>
            <a:r>
              <a:rPr lang="en-US" sz="2200" b="1" dirty="0">
                <a:solidFill>
                  <a:srgbClr val="D23C4C"/>
                </a:solidFill>
                <a:latin typeface="Arial" pitchFamily="34" charset="0"/>
                <a:ea typeface="Arial" pitchFamily="34" charset="-122"/>
                <a:cs typeface="Arial" pitchFamily="34" charset="-120"/>
              </a:rPr>
              <a:t>03</a:t>
            </a:r>
            <a:endParaRPr lang="en-US" sz="2200" dirty="0"/>
          </a:p>
        </p:txBody>
      </p:sp>
      <p:sp>
        <p:nvSpPr>
          <p:cNvPr id="15" name="Text 12"/>
          <p:cNvSpPr txBox="1"/>
          <p:nvPr/>
        </p:nvSpPr>
        <p:spPr>
          <a:xfrm>
            <a:off x="1005840" y="4846320"/>
            <a:ext cx="4632808" cy="1005840"/>
          </a:xfrm>
          <a:prstGeom prst="rect">
            <a:avLst/>
          </a:prstGeom>
          <a:noFill/>
          <a:ln/>
        </p:spPr>
        <p:txBody>
          <a:bodyPr wrap="square" lIns="0" tIns="0" rIns="0" bIns="0" rtlCol="0" anchor="t"/>
          <a:lstStyle/>
          <a:p>
            <a:pPr indent="0" marL="0">
              <a:buNone/>
            </a:pPr>
            <a:r>
              <a:rPr lang="en-US" sz="2000" b="1" dirty="0">
                <a:solidFill>
                  <a:srgbClr val="1D1D1F"/>
                </a:solidFill>
                <a:latin typeface="Arial" pitchFamily="34" charset="0"/>
                <a:ea typeface="Arial" pitchFamily="34" charset="-122"/>
                <a:cs typeface="Arial" pitchFamily="34" charset="-120"/>
              </a:rPr>
              <a:t>상장 · 상품</a:t>
            </a:r>
            <a:endParaRPr lang="en-US" sz="2000" dirty="0"/>
          </a:p>
          <a:p>
            <a:pPr indent="0" marL="0">
              <a:buNone/>
            </a:pPr>
            <a:r>
              <a:rPr lang="en-US" sz="1400" dirty="0">
                <a:solidFill>
                  <a:srgbClr val="6E6E73"/>
                </a:solidFill>
                <a:latin typeface="Arial" pitchFamily="34" charset="0"/>
                <a:ea typeface="Arial" pitchFamily="34" charset="-122"/>
                <a:cs typeface="Arial" pitchFamily="34" charset="-120"/>
              </a:rPr>
              <a:t>Certificates and small prizes</a:t>
            </a:r>
            <a:endParaRPr lang="en-US" sz="2000" dirty="0"/>
          </a:p>
        </p:txBody>
      </p:sp>
      <p:sp>
        <p:nvSpPr>
          <p:cNvPr id="16" name="Shape 13"/>
          <p:cNvSpPr/>
          <p:nvPr/>
        </p:nvSpPr>
        <p:spPr>
          <a:xfrm>
            <a:off x="6233008" y="3977640"/>
            <a:ext cx="5272888" cy="2194560"/>
          </a:xfrm>
          <a:prstGeom prst="roundRect">
            <a:avLst>
              <a:gd name="adj" fmla="val 6250"/>
            </a:avLst>
          </a:prstGeom>
          <a:solidFill>
            <a:srgbClr val="F7F7F9"/>
          </a:solidFill>
          <a:ln w="12700">
            <a:solidFill>
              <a:srgbClr val="F7F7F9"/>
            </a:solidFill>
            <a:prstDash val="solid"/>
          </a:ln>
        </p:spPr>
      </p:sp>
      <p:sp>
        <p:nvSpPr>
          <p:cNvPr id="17" name="Text 14"/>
          <p:cNvSpPr txBox="1"/>
          <p:nvPr/>
        </p:nvSpPr>
        <p:spPr>
          <a:xfrm>
            <a:off x="6553048" y="4251960"/>
            <a:ext cx="914400" cy="457200"/>
          </a:xfrm>
          <a:prstGeom prst="rect">
            <a:avLst/>
          </a:prstGeom>
          <a:noFill/>
          <a:ln/>
        </p:spPr>
        <p:txBody>
          <a:bodyPr wrap="square" lIns="0" tIns="0" rIns="0" bIns="0" rtlCol="0" anchor="ctr"/>
          <a:lstStyle/>
          <a:p>
            <a:pPr indent="0" marL="0">
              <a:buNone/>
            </a:pPr>
            <a:r>
              <a:rPr lang="en-US" sz="2200" b="1" dirty="0">
                <a:solidFill>
                  <a:srgbClr val="D23C4C"/>
                </a:solidFill>
                <a:latin typeface="Arial" pitchFamily="34" charset="0"/>
                <a:ea typeface="Arial" pitchFamily="34" charset="-122"/>
                <a:cs typeface="Arial" pitchFamily="34" charset="-120"/>
              </a:rPr>
              <a:t>04</a:t>
            </a:r>
            <a:endParaRPr lang="en-US" sz="2200" dirty="0"/>
          </a:p>
        </p:txBody>
      </p:sp>
      <p:sp>
        <p:nvSpPr>
          <p:cNvPr id="18" name="Text 15"/>
          <p:cNvSpPr txBox="1"/>
          <p:nvPr/>
        </p:nvSpPr>
        <p:spPr>
          <a:xfrm>
            <a:off x="6553048" y="4846320"/>
            <a:ext cx="4632808" cy="1005840"/>
          </a:xfrm>
          <a:prstGeom prst="rect">
            <a:avLst/>
          </a:prstGeom>
          <a:noFill/>
          <a:ln/>
        </p:spPr>
        <p:txBody>
          <a:bodyPr wrap="square" lIns="0" tIns="0" rIns="0" bIns="0" rtlCol="0" anchor="t"/>
          <a:lstStyle/>
          <a:p>
            <a:pPr indent="0" marL="0">
              <a:buNone/>
            </a:pPr>
            <a:r>
              <a:rPr lang="en-US" sz="2000" b="1" dirty="0">
                <a:solidFill>
                  <a:srgbClr val="1D1D1F"/>
                </a:solidFill>
                <a:latin typeface="Arial" pitchFamily="34" charset="0"/>
                <a:ea typeface="Arial" pitchFamily="34" charset="-122"/>
                <a:cs typeface="Arial" pitchFamily="34" charset="-120"/>
              </a:rPr>
              <a:t>휴대용 스피커 · 마이크</a:t>
            </a:r>
            <a:endParaRPr lang="en-US" sz="2000" dirty="0"/>
          </a:p>
          <a:p>
            <a:pPr indent="0" marL="0">
              <a:buNone/>
            </a:pPr>
            <a:r>
              <a:rPr lang="en-US" sz="1400" dirty="0">
                <a:solidFill>
                  <a:srgbClr val="6E6E73"/>
                </a:solidFill>
                <a:latin typeface="Arial" pitchFamily="34" charset="0"/>
                <a:ea typeface="Arial" pitchFamily="34" charset="-122"/>
                <a:cs typeface="Arial" pitchFamily="34" charset="-120"/>
              </a:rPr>
              <a:t>Portable speaker and mic</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6400800"/>
            <a:ext cx="6400800" cy="274320"/>
          </a:xfrm>
          <a:prstGeom prst="rect">
            <a:avLst/>
          </a:prstGeom>
          <a:noFill/>
          <a:ln/>
        </p:spPr>
        <p:txBody>
          <a:bodyPr wrap="square" lIns="0" tIns="0" rIns="0" bIns="0" rtlCol="0" anchor="ctr"/>
          <a:lstStyle/>
          <a:p>
            <a:pPr indent="0" marL="0">
              <a:buNone/>
            </a:pPr>
            <a:r>
              <a:rPr lang="en-US" sz="1000" dirty="0">
                <a:solidFill>
                  <a:srgbClr val="6E6E73"/>
                </a:solidFill>
                <a:latin typeface="Arial" pitchFamily="34" charset="0"/>
                <a:ea typeface="Arial" pitchFamily="34" charset="-122"/>
                <a:cs typeface="Arial" pitchFamily="34" charset="-120"/>
              </a:rPr>
              <a:t>북알라바마 한국학교 · 교사회의 2026.10.03</a:t>
            </a:r>
            <a:endParaRPr lang="en-US" sz="1000" dirty="0"/>
          </a:p>
        </p:txBody>
      </p:sp>
      <p:sp>
        <p:nvSpPr>
          <p:cNvPr id="3" name="Text 1"/>
          <p:cNvSpPr txBox="1"/>
          <p:nvPr/>
        </p:nvSpPr>
        <p:spPr>
          <a:xfrm>
            <a:off x="10591495" y="6400800"/>
            <a:ext cx="914400" cy="274320"/>
          </a:xfrm>
          <a:prstGeom prst="rect">
            <a:avLst/>
          </a:prstGeom>
          <a:noFill/>
          <a:ln/>
        </p:spPr>
        <p:txBody>
          <a:bodyPr wrap="square" lIns="0" tIns="0" rIns="0" bIns="0" rtlCol="0" anchor="ctr"/>
          <a:lstStyle/>
          <a:p>
            <a:pPr algn="r" indent="0" marL="0">
              <a:buNone/>
            </a:pPr>
            <a:r>
              <a:rPr lang="en-US" sz="1000" dirty="0">
                <a:solidFill>
                  <a:srgbClr val="6E6E73"/>
                </a:solidFill>
                <a:latin typeface="Arial" pitchFamily="34" charset="0"/>
                <a:ea typeface="Arial" pitchFamily="34" charset="-122"/>
                <a:cs typeface="Arial" pitchFamily="34" charset="-120"/>
              </a:rPr>
              <a:t>7</a:t>
            </a:r>
            <a:endParaRPr lang="en-US" sz="1000" dirty="0"/>
          </a:p>
        </p:txBody>
      </p:sp>
      <p:sp>
        <p:nvSpPr>
          <p:cNvPr id="5" name="Shape 2"/>
          <p:cNvSpPr/>
          <p:nvPr/>
        </p:nvSpPr>
        <p:spPr>
          <a:xfrm>
            <a:off x="685800" y="731520"/>
            <a:ext cx="182880" cy="182880"/>
          </a:xfrm>
          <a:prstGeom prst="ellipse">
            <a:avLst/>
          </a:prstGeom>
          <a:solidFill>
            <a:srgbClr val="9BC23A"/>
          </a:solidFill>
          <a:ln w="12700">
            <a:solidFill>
              <a:srgbClr val="9BC23A"/>
            </a:solidFill>
            <a:prstDash val="solid"/>
          </a:ln>
        </p:spPr>
      </p:sp>
      <p:sp>
        <p:nvSpPr>
          <p:cNvPr id="6" name="Text 3"/>
          <p:cNvSpPr txBox="1"/>
          <p:nvPr/>
        </p:nvSpPr>
        <p:spPr>
          <a:xfrm>
            <a:off x="1051560" y="548640"/>
            <a:ext cx="10454335" cy="548640"/>
          </a:xfrm>
          <a:prstGeom prst="rect">
            <a:avLst/>
          </a:prstGeom>
          <a:noFill/>
          <a:ln/>
        </p:spPr>
        <p:txBody>
          <a:bodyPr wrap="square" lIns="0" tIns="0" rIns="0" bIns="0" rtlCol="0" anchor="ctr"/>
          <a:lstStyle/>
          <a:p>
            <a:pPr indent="0" marL="0">
              <a:buNone/>
            </a:pPr>
            <a:r>
              <a:rPr lang="en-US" sz="3200" b="1" dirty="0">
                <a:solidFill>
                  <a:srgbClr val="1D1D1F"/>
                </a:solidFill>
                <a:latin typeface="Arial" pitchFamily="34" charset="0"/>
                <a:ea typeface="Arial" pitchFamily="34" charset="-122"/>
                <a:cs typeface="Arial" pitchFamily="34" charset="-120"/>
              </a:rPr>
              <a:t>잠정 일정</a:t>
            </a:r>
            <a:pPr indent="0" marL="0">
              <a:buNone/>
            </a:pPr>
            <a:r>
              <a:rPr lang="en-US" sz="1800" dirty="0">
                <a:solidFill>
                  <a:srgbClr val="6E6E73"/>
                </a:solidFill>
                <a:latin typeface="Arial" pitchFamily="34" charset="0"/>
                <a:ea typeface="Arial" pitchFamily="34" charset="-122"/>
                <a:cs typeface="Arial" pitchFamily="34" charset="-120"/>
              </a:rPr>
              <a:t>   Proposed run of show</a:t>
            </a:r>
            <a:endParaRPr lang="en-US" sz="3200" dirty="0"/>
          </a:p>
        </p:txBody>
      </p:sp>
      <p:sp>
        <p:nvSpPr>
          <p:cNvPr id="7" name="Text 4"/>
          <p:cNvSpPr txBox="1"/>
          <p:nvPr/>
        </p:nvSpPr>
        <p:spPr>
          <a:xfrm>
            <a:off x="685800" y="1463040"/>
            <a:ext cx="1188720" cy="548640"/>
          </a:xfrm>
          <a:prstGeom prst="rect">
            <a:avLst/>
          </a:prstGeom>
          <a:noFill/>
          <a:ln/>
        </p:spPr>
        <p:txBody>
          <a:bodyPr wrap="square" lIns="0" tIns="0" rIns="0" bIns="0" rtlCol="0" anchor="ctr"/>
          <a:lstStyle/>
          <a:p>
            <a:pPr indent="0" marL="0">
              <a:buNone/>
            </a:pPr>
            <a:r>
              <a:rPr lang="en-US" sz="2000" b="1" dirty="0">
                <a:solidFill>
                  <a:srgbClr val="1F4788"/>
                </a:solidFill>
                <a:latin typeface="Arial" pitchFamily="34" charset="0"/>
                <a:ea typeface="Arial" pitchFamily="34" charset="-122"/>
                <a:cs typeface="Arial" pitchFamily="34" charset="-120"/>
              </a:rPr>
              <a:t>9:00</a:t>
            </a:r>
            <a:endParaRPr lang="en-US" sz="2000" dirty="0"/>
          </a:p>
        </p:txBody>
      </p:sp>
      <p:sp>
        <p:nvSpPr>
          <p:cNvPr id="8" name="Text 5"/>
          <p:cNvSpPr txBox="1"/>
          <p:nvPr/>
        </p:nvSpPr>
        <p:spPr>
          <a:xfrm>
            <a:off x="2057400" y="1463040"/>
            <a:ext cx="3108960" cy="548640"/>
          </a:xfrm>
          <a:prstGeom prst="rect">
            <a:avLst/>
          </a:prstGeom>
          <a:noFill/>
          <a:ln/>
        </p:spPr>
        <p:txBody>
          <a:bodyPr wrap="square" lIns="0" tIns="0" rIns="0" bIns="0" rtlCol="0" anchor="ctr"/>
          <a:lstStyle/>
          <a:p>
            <a:pPr indent="0" marL="0">
              <a:buNone/>
            </a:pPr>
            <a:r>
              <a:rPr lang="en-US" sz="2000" b="1" dirty="0">
                <a:solidFill>
                  <a:srgbClr val="1D1D1F"/>
                </a:solidFill>
                <a:latin typeface="Arial" pitchFamily="34" charset="0"/>
                <a:ea typeface="Arial" pitchFamily="34" charset="-122"/>
                <a:cs typeface="Arial" pitchFamily="34" charset="-120"/>
              </a:rPr>
              <a:t>셋업</a:t>
            </a:r>
            <a:endParaRPr lang="en-US" sz="2000" dirty="0"/>
          </a:p>
        </p:txBody>
      </p:sp>
      <p:sp>
        <p:nvSpPr>
          <p:cNvPr id="9" name="Text 6"/>
          <p:cNvSpPr txBox="1"/>
          <p:nvPr/>
        </p:nvSpPr>
        <p:spPr>
          <a:xfrm>
            <a:off x="5257800" y="1463040"/>
            <a:ext cx="3017520" cy="548640"/>
          </a:xfrm>
          <a:prstGeom prst="rect">
            <a:avLst/>
          </a:prstGeom>
          <a:noFill/>
          <a:ln/>
        </p:spPr>
        <p:txBody>
          <a:bodyPr wrap="square" lIns="0" tIns="0" rIns="0" bIns="0" rtlCol="0" anchor="ctr"/>
          <a:lstStyle/>
          <a:p>
            <a:pPr indent="0" marL="0">
              <a:buNone/>
            </a:pPr>
            <a:r>
              <a:rPr lang="en-US" sz="1600" dirty="0">
                <a:solidFill>
                  <a:srgbClr val="1D1D1F"/>
                </a:solidFill>
                <a:latin typeface="Arial" pitchFamily="34" charset="0"/>
                <a:ea typeface="Arial" pitchFamily="34" charset="-122"/>
                <a:cs typeface="Arial" pitchFamily="34" charset="-120"/>
              </a:rPr>
              <a:t>장식 · 음향 · 장비팀</a:t>
            </a:r>
            <a:endParaRPr lang="en-US" sz="1600" dirty="0"/>
          </a:p>
        </p:txBody>
      </p:sp>
      <p:sp>
        <p:nvSpPr>
          <p:cNvPr id="10" name="Text 7"/>
          <p:cNvSpPr txBox="1"/>
          <p:nvPr/>
        </p:nvSpPr>
        <p:spPr>
          <a:xfrm>
            <a:off x="8366760" y="1463040"/>
            <a:ext cx="3136392" cy="548640"/>
          </a:xfrm>
          <a:prstGeom prst="rect">
            <a:avLst/>
          </a:prstGeom>
          <a:noFill/>
          <a:ln/>
        </p:spPr>
        <p:txBody>
          <a:bodyPr wrap="square" lIns="0" tIns="0" rIns="0" bIns="0" rtlCol="0" anchor="ctr"/>
          <a:lstStyle/>
          <a:p>
            <a:pPr indent="0" marL="0">
              <a:buNone/>
            </a:pPr>
            <a:r>
              <a:rPr lang="en-US" sz="1300" dirty="0">
                <a:solidFill>
                  <a:srgbClr val="6E6E73"/>
                </a:solidFill>
                <a:latin typeface="Arial" pitchFamily="34" charset="0"/>
                <a:ea typeface="Arial" pitchFamily="34" charset="-122"/>
                <a:cs typeface="Arial" pitchFamily="34" charset="-120"/>
              </a:rPr>
              <a:t>Setup crews arrive</a:t>
            </a:r>
            <a:endParaRPr lang="en-US" sz="1300" dirty="0"/>
          </a:p>
        </p:txBody>
      </p:sp>
      <p:sp>
        <p:nvSpPr>
          <p:cNvPr id="11" name="Shape 8"/>
          <p:cNvSpPr/>
          <p:nvPr/>
        </p:nvSpPr>
        <p:spPr>
          <a:xfrm>
            <a:off x="685800" y="2075688"/>
            <a:ext cx="10820095" cy="0"/>
          </a:xfrm>
          <a:prstGeom prst="line">
            <a:avLst/>
          </a:prstGeom>
          <a:noFill/>
          <a:ln w="9525">
            <a:solidFill>
              <a:srgbClr val="E3E3E6"/>
            </a:solidFill>
            <a:prstDash val="solid"/>
          </a:ln>
        </p:spPr>
      </p:sp>
      <p:sp>
        <p:nvSpPr>
          <p:cNvPr id="12" name="Text 9"/>
          <p:cNvSpPr txBox="1"/>
          <p:nvPr/>
        </p:nvSpPr>
        <p:spPr>
          <a:xfrm>
            <a:off x="685800" y="2139696"/>
            <a:ext cx="1188720" cy="548640"/>
          </a:xfrm>
          <a:prstGeom prst="rect">
            <a:avLst/>
          </a:prstGeom>
          <a:noFill/>
          <a:ln/>
        </p:spPr>
        <p:txBody>
          <a:bodyPr wrap="square" lIns="0" tIns="0" rIns="0" bIns="0" rtlCol="0" anchor="ctr"/>
          <a:lstStyle/>
          <a:p>
            <a:pPr indent="0" marL="0">
              <a:buNone/>
            </a:pPr>
            <a:r>
              <a:rPr lang="en-US" sz="2000" b="1" dirty="0">
                <a:solidFill>
                  <a:srgbClr val="1F4788"/>
                </a:solidFill>
                <a:latin typeface="Arial" pitchFamily="34" charset="0"/>
                <a:ea typeface="Arial" pitchFamily="34" charset="-122"/>
                <a:cs typeface="Arial" pitchFamily="34" charset="-120"/>
              </a:rPr>
              <a:t>10:00</a:t>
            </a:r>
            <a:endParaRPr lang="en-US" sz="2000" dirty="0"/>
          </a:p>
        </p:txBody>
      </p:sp>
      <p:sp>
        <p:nvSpPr>
          <p:cNvPr id="13" name="Text 10"/>
          <p:cNvSpPr txBox="1"/>
          <p:nvPr/>
        </p:nvSpPr>
        <p:spPr>
          <a:xfrm>
            <a:off x="2057400" y="2139696"/>
            <a:ext cx="3108960" cy="548640"/>
          </a:xfrm>
          <a:prstGeom prst="rect">
            <a:avLst/>
          </a:prstGeom>
          <a:noFill/>
          <a:ln/>
        </p:spPr>
        <p:txBody>
          <a:bodyPr wrap="square" lIns="0" tIns="0" rIns="0" bIns="0" rtlCol="0" anchor="ctr"/>
          <a:lstStyle/>
          <a:p>
            <a:pPr indent="0" marL="0">
              <a:buNone/>
            </a:pPr>
            <a:r>
              <a:rPr lang="en-US" sz="2000" b="1" dirty="0">
                <a:solidFill>
                  <a:srgbClr val="1D1D1F"/>
                </a:solidFill>
                <a:latin typeface="Arial" pitchFamily="34" charset="0"/>
                <a:ea typeface="Arial" pitchFamily="34" charset="-122"/>
                <a:cs typeface="Arial" pitchFamily="34" charset="-120"/>
              </a:rPr>
              <a:t>접수</a:t>
            </a:r>
            <a:endParaRPr lang="en-US" sz="2000" dirty="0"/>
          </a:p>
        </p:txBody>
      </p:sp>
      <p:sp>
        <p:nvSpPr>
          <p:cNvPr id="14" name="Text 11"/>
          <p:cNvSpPr txBox="1"/>
          <p:nvPr/>
        </p:nvSpPr>
        <p:spPr>
          <a:xfrm>
            <a:off x="5257800" y="2139696"/>
            <a:ext cx="3017520" cy="548640"/>
          </a:xfrm>
          <a:prstGeom prst="rect">
            <a:avLst/>
          </a:prstGeom>
          <a:noFill/>
          <a:ln/>
        </p:spPr>
        <p:txBody>
          <a:bodyPr wrap="square" lIns="0" tIns="0" rIns="0" bIns="0" rtlCol="0" anchor="ctr"/>
          <a:lstStyle/>
          <a:p>
            <a:pPr indent="0" marL="0">
              <a:buNone/>
            </a:pPr>
            <a:r>
              <a:rPr lang="en-US" sz="1600" dirty="0">
                <a:solidFill>
                  <a:srgbClr val="1D1D1F"/>
                </a:solidFill>
                <a:latin typeface="Arial" pitchFamily="34" charset="0"/>
                <a:ea typeface="Arial" pitchFamily="34" charset="-122"/>
                <a:cs typeface="Arial" pitchFamily="34" charset="-120"/>
              </a:rPr>
              <a:t>명찰 · 팀 스카프 나눠주기</a:t>
            </a:r>
            <a:endParaRPr lang="en-US" sz="1600" dirty="0"/>
          </a:p>
        </p:txBody>
      </p:sp>
      <p:sp>
        <p:nvSpPr>
          <p:cNvPr id="15" name="Text 12"/>
          <p:cNvSpPr txBox="1"/>
          <p:nvPr/>
        </p:nvSpPr>
        <p:spPr>
          <a:xfrm>
            <a:off x="8366760" y="2139696"/>
            <a:ext cx="3136392" cy="548640"/>
          </a:xfrm>
          <a:prstGeom prst="rect">
            <a:avLst/>
          </a:prstGeom>
          <a:noFill/>
          <a:ln/>
        </p:spPr>
        <p:txBody>
          <a:bodyPr wrap="square" lIns="0" tIns="0" rIns="0" bIns="0" rtlCol="0" anchor="ctr"/>
          <a:lstStyle/>
          <a:p>
            <a:pPr indent="0" marL="0">
              <a:buNone/>
            </a:pPr>
            <a:r>
              <a:rPr lang="en-US" sz="1300" dirty="0">
                <a:solidFill>
                  <a:srgbClr val="6E6E73"/>
                </a:solidFill>
                <a:latin typeface="Arial" pitchFamily="34" charset="0"/>
                <a:ea typeface="Arial" pitchFamily="34" charset="-122"/>
                <a:cs typeface="Arial" pitchFamily="34" charset="-120"/>
              </a:rPr>
              <a:t>Check-in, name tags, scarves</a:t>
            </a:r>
            <a:endParaRPr lang="en-US" sz="1300" dirty="0"/>
          </a:p>
        </p:txBody>
      </p:sp>
      <p:sp>
        <p:nvSpPr>
          <p:cNvPr id="16" name="Shape 13"/>
          <p:cNvSpPr/>
          <p:nvPr/>
        </p:nvSpPr>
        <p:spPr>
          <a:xfrm>
            <a:off x="685800" y="2752344"/>
            <a:ext cx="10820095" cy="0"/>
          </a:xfrm>
          <a:prstGeom prst="line">
            <a:avLst/>
          </a:prstGeom>
          <a:noFill/>
          <a:ln w="9525">
            <a:solidFill>
              <a:srgbClr val="E3E3E6"/>
            </a:solidFill>
            <a:prstDash val="solid"/>
          </a:ln>
        </p:spPr>
      </p:sp>
      <p:sp>
        <p:nvSpPr>
          <p:cNvPr id="17" name="Text 14"/>
          <p:cNvSpPr txBox="1"/>
          <p:nvPr/>
        </p:nvSpPr>
        <p:spPr>
          <a:xfrm>
            <a:off x="685800" y="2816352"/>
            <a:ext cx="1188720" cy="548640"/>
          </a:xfrm>
          <a:prstGeom prst="rect">
            <a:avLst/>
          </a:prstGeom>
          <a:noFill/>
          <a:ln/>
        </p:spPr>
        <p:txBody>
          <a:bodyPr wrap="square" lIns="0" tIns="0" rIns="0" bIns="0" rtlCol="0" anchor="ctr"/>
          <a:lstStyle/>
          <a:p>
            <a:pPr indent="0" marL="0">
              <a:buNone/>
            </a:pPr>
            <a:r>
              <a:rPr lang="en-US" sz="2000" b="1" dirty="0">
                <a:solidFill>
                  <a:srgbClr val="1F4788"/>
                </a:solidFill>
                <a:latin typeface="Arial" pitchFamily="34" charset="0"/>
                <a:ea typeface="Arial" pitchFamily="34" charset="-122"/>
                <a:cs typeface="Arial" pitchFamily="34" charset="-120"/>
              </a:rPr>
              <a:t>10:15</a:t>
            </a:r>
            <a:endParaRPr lang="en-US" sz="2000" dirty="0"/>
          </a:p>
        </p:txBody>
      </p:sp>
      <p:sp>
        <p:nvSpPr>
          <p:cNvPr id="18" name="Text 15"/>
          <p:cNvSpPr txBox="1"/>
          <p:nvPr/>
        </p:nvSpPr>
        <p:spPr>
          <a:xfrm>
            <a:off x="2057400" y="2816352"/>
            <a:ext cx="3108960" cy="548640"/>
          </a:xfrm>
          <a:prstGeom prst="rect">
            <a:avLst/>
          </a:prstGeom>
          <a:noFill/>
          <a:ln/>
        </p:spPr>
        <p:txBody>
          <a:bodyPr wrap="square" lIns="0" tIns="0" rIns="0" bIns="0" rtlCol="0" anchor="ctr"/>
          <a:lstStyle/>
          <a:p>
            <a:pPr indent="0" marL="0">
              <a:buNone/>
            </a:pPr>
            <a:r>
              <a:rPr lang="en-US" sz="2000" b="1" dirty="0">
                <a:solidFill>
                  <a:srgbClr val="1D1D1F"/>
                </a:solidFill>
                <a:latin typeface="Arial" pitchFamily="34" charset="0"/>
                <a:ea typeface="Arial" pitchFamily="34" charset="-122"/>
                <a:cs typeface="Arial" pitchFamily="34" charset="-120"/>
              </a:rPr>
              <a:t>개회 · 한국 체조</a:t>
            </a:r>
            <a:endParaRPr lang="en-US" sz="2000" dirty="0"/>
          </a:p>
        </p:txBody>
      </p:sp>
      <p:sp>
        <p:nvSpPr>
          <p:cNvPr id="19" name="Text 16"/>
          <p:cNvSpPr txBox="1"/>
          <p:nvPr/>
        </p:nvSpPr>
        <p:spPr>
          <a:xfrm>
            <a:off x="5257800" y="2816352"/>
            <a:ext cx="3017520" cy="548640"/>
          </a:xfrm>
          <a:prstGeom prst="rect">
            <a:avLst/>
          </a:prstGeom>
          <a:noFill/>
          <a:ln/>
        </p:spPr>
        <p:txBody>
          <a:bodyPr wrap="square" lIns="0" tIns="0" rIns="0" bIns="0" rtlCol="0" anchor="ctr"/>
          <a:lstStyle/>
          <a:p>
            <a:pPr indent="0" marL="0">
              <a:buNone/>
            </a:pPr>
            <a:r>
              <a:rPr lang="en-US" sz="1600" dirty="0">
                <a:solidFill>
                  <a:srgbClr val="1D1D1F"/>
                </a:solidFill>
                <a:latin typeface="Arial" pitchFamily="34" charset="0"/>
                <a:ea typeface="Arial" pitchFamily="34" charset="-122"/>
                <a:cs typeface="Arial" pitchFamily="34" charset="-120"/>
              </a:rPr>
              <a:t>인사 · 다 함께 체조</a:t>
            </a:r>
            <a:endParaRPr lang="en-US" sz="1600" dirty="0"/>
          </a:p>
        </p:txBody>
      </p:sp>
      <p:sp>
        <p:nvSpPr>
          <p:cNvPr id="20" name="Text 17"/>
          <p:cNvSpPr txBox="1"/>
          <p:nvPr/>
        </p:nvSpPr>
        <p:spPr>
          <a:xfrm>
            <a:off x="8366760" y="2816352"/>
            <a:ext cx="3136392" cy="548640"/>
          </a:xfrm>
          <a:prstGeom prst="rect">
            <a:avLst/>
          </a:prstGeom>
          <a:noFill/>
          <a:ln/>
        </p:spPr>
        <p:txBody>
          <a:bodyPr wrap="square" lIns="0" tIns="0" rIns="0" bIns="0" rtlCol="0" anchor="ctr"/>
          <a:lstStyle/>
          <a:p>
            <a:pPr indent="0" marL="0">
              <a:buNone/>
            </a:pPr>
            <a:r>
              <a:rPr lang="en-US" sz="1300" dirty="0">
                <a:solidFill>
                  <a:srgbClr val="6E6E73"/>
                </a:solidFill>
                <a:latin typeface="Arial" pitchFamily="34" charset="0"/>
                <a:ea typeface="Arial" pitchFamily="34" charset="-122"/>
                <a:cs typeface="Arial" pitchFamily="34" charset="-120"/>
              </a:rPr>
              <a:t>Welcome + Korean stretch</a:t>
            </a:r>
            <a:endParaRPr lang="en-US" sz="1300" dirty="0"/>
          </a:p>
        </p:txBody>
      </p:sp>
      <p:sp>
        <p:nvSpPr>
          <p:cNvPr id="21" name="Shape 18"/>
          <p:cNvSpPr/>
          <p:nvPr/>
        </p:nvSpPr>
        <p:spPr>
          <a:xfrm>
            <a:off x="685800" y="3429000"/>
            <a:ext cx="10820095" cy="0"/>
          </a:xfrm>
          <a:prstGeom prst="line">
            <a:avLst/>
          </a:prstGeom>
          <a:noFill/>
          <a:ln w="9525">
            <a:solidFill>
              <a:srgbClr val="E3E3E6"/>
            </a:solidFill>
            <a:prstDash val="solid"/>
          </a:ln>
        </p:spPr>
      </p:sp>
      <p:sp>
        <p:nvSpPr>
          <p:cNvPr id="22" name="Text 19"/>
          <p:cNvSpPr txBox="1"/>
          <p:nvPr/>
        </p:nvSpPr>
        <p:spPr>
          <a:xfrm>
            <a:off x="685800" y="3493008"/>
            <a:ext cx="1188720" cy="548640"/>
          </a:xfrm>
          <a:prstGeom prst="rect">
            <a:avLst/>
          </a:prstGeom>
          <a:noFill/>
          <a:ln/>
        </p:spPr>
        <p:txBody>
          <a:bodyPr wrap="square" lIns="0" tIns="0" rIns="0" bIns="0" rtlCol="0" anchor="ctr"/>
          <a:lstStyle/>
          <a:p>
            <a:pPr indent="0" marL="0">
              <a:buNone/>
            </a:pPr>
            <a:r>
              <a:rPr lang="en-US" sz="2000" b="1" dirty="0">
                <a:solidFill>
                  <a:srgbClr val="1F4788"/>
                </a:solidFill>
                <a:latin typeface="Arial" pitchFamily="34" charset="0"/>
                <a:ea typeface="Arial" pitchFamily="34" charset="-122"/>
                <a:cs typeface="Arial" pitchFamily="34" charset="-120"/>
              </a:rPr>
              <a:t>10:30</a:t>
            </a:r>
            <a:endParaRPr lang="en-US" sz="2000" dirty="0"/>
          </a:p>
        </p:txBody>
      </p:sp>
      <p:sp>
        <p:nvSpPr>
          <p:cNvPr id="23" name="Text 20"/>
          <p:cNvSpPr txBox="1"/>
          <p:nvPr/>
        </p:nvSpPr>
        <p:spPr>
          <a:xfrm>
            <a:off x="2057400" y="3493008"/>
            <a:ext cx="3108960" cy="548640"/>
          </a:xfrm>
          <a:prstGeom prst="rect">
            <a:avLst/>
          </a:prstGeom>
          <a:noFill/>
          <a:ln/>
        </p:spPr>
        <p:txBody>
          <a:bodyPr wrap="square" lIns="0" tIns="0" rIns="0" bIns="0" rtlCol="0" anchor="ctr"/>
          <a:lstStyle/>
          <a:p>
            <a:pPr indent="0" marL="0">
              <a:buNone/>
            </a:pPr>
            <a:r>
              <a:rPr lang="en-US" sz="2000" b="1" dirty="0">
                <a:solidFill>
                  <a:srgbClr val="1D1D1F"/>
                </a:solidFill>
                <a:latin typeface="Arial" pitchFamily="34" charset="0"/>
                <a:ea typeface="Arial" pitchFamily="34" charset="-122"/>
                <a:cs typeface="Arial" pitchFamily="34" charset="-120"/>
              </a:rPr>
              <a:t>팀 대항 릴레이</a:t>
            </a:r>
            <a:endParaRPr lang="en-US" sz="2000" dirty="0"/>
          </a:p>
        </p:txBody>
      </p:sp>
      <p:sp>
        <p:nvSpPr>
          <p:cNvPr id="24" name="Text 21"/>
          <p:cNvSpPr txBox="1"/>
          <p:nvPr/>
        </p:nvSpPr>
        <p:spPr>
          <a:xfrm>
            <a:off x="5257800" y="3493008"/>
            <a:ext cx="3017520" cy="548640"/>
          </a:xfrm>
          <a:prstGeom prst="rect">
            <a:avLst/>
          </a:prstGeom>
          <a:noFill/>
          <a:ln/>
        </p:spPr>
        <p:txBody>
          <a:bodyPr wrap="square" lIns="0" tIns="0" rIns="0" bIns="0" rtlCol="0" anchor="ctr"/>
          <a:lstStyle/>
          <a:p>
            <a:pPr indent="0" marL="0">
              <a:buNone/>
            </a:pPr>
            <a:r>
              <a:rPr lang="en-US" sz="1600" dirty="0">
                <a:solidFill>
                  <a:srgbClr val="1D1D1F"/>
                </a:solidFill>
                <a:latin typeface="Arial" pitchFamily="34" charset="0"/>
                <a:ea typeface="Arial" pitchFamily="34" charset="-122"/>
                <a:cs typeface="Arial" pitchFamily="34" charset="-120"/>
              </a:rPr>
              <a:t>청팀 vs 백팀</a:t>
            </a:r>
            <a:endParaRPr lang="en-US" sz="1600" dirty="0"/>
          </a:p>
        </p:txBody>
      </p:sp>
      <p:sp>
        <p:nvSpPr>
          <p:cNvPr id="25" name="Text 22"/>
          <p:cNvSpPr txBox="1"/>
          <p:nvPr/>
        </p:nvSpPr>
        <p:spPr>
          <a:xfrm>
            <a:off x="8366760" y="3493008"/>
            <a:ext cx="3136392" cy="548640"/>
          </a:xfrm>
          <a:prstGeom prst="rect">
            <a:avLst/>
          </a:prstGeom>
          <a:noFill/>
          <a:ln/>
        </p:spPr>
        <p:txBody>
          <a:bodyPr wrap="square" lIns="0" tIns="0" rIns="0" bIns="0" rtlCol="0" anchor="ctr"/>
          <a:lstStyle/>
          <a:p>
            <a:pPr indent="0" marL="0">
              <a:buNone/>
            </a:pPr>
            <a:r>
              <a:rPr lang="en-US" sz="1300" dirty="0">
                <a:solidFill>
                  <a:srgbClr val="6E6E73"/>
                </a:solidFill>
                <a:latin typeface="Arial" pitchFamily="34" charset="0"/>
                <a:ea typeface="Arial" pitchFamily="34" charset="-122"/>
                <a:cs typeface="Arial" pitchFamily="34" charset="-120"/>
              </a:rPr>
              <a:t>Team relays — Blue vs White</a:t>
            </a:r>
            <a:endParaRPr lang="en-US" sz="1300" dirty="0"/>
          </a:p>
        </p:txBody>
      </p:sp>
      <p:sp>
        <p:nvSpPr>
          <p:cNvPr id="26" name="Shape 23"/>
          <p:cNvSpPr/>
          <p:nvPr/>
        </p:nvSpPr>
        <p:spPr>
          <a:xfrm>
            <a:off x="685800" y="4105656"/>
            <a:ext cx="10820095" cy="0"/>
          </a:xfrm>
          <a:prstGeom prst="line">
            <a:avLst/>
          </a:prstGeom>
          <a:noFill/>
          <a:ln w="9525">
            <a:solidFill>
              <a:srgbClr val="E3E3E6"/>
            </a:solidFill>
            <a:prstDash val="solid"/>
          </a:ln>
        </p:spPr>
      </p:sp>
      <p:sp>
        <p:nvSpPr>
          <p:cNvPr id="27" name="Text 24"/>
          <p:cNvSpPr txBox="1"/>
          <p:nvPr/>
        </p:nvSpPr>
        <p:spPr>
          <a:xfrm>
            <a:off x="685800" y="4169664"/>
            <a:ext cx="1188720" cy="548640"/>
          </a:xfrm>
          <a:prstGeom prst="rect">
            <a:avLst/>
          </a:prstGeom>
          <a:noFill/>
          <a:ln/>
        </p:spPr>
        <p:txBody>
          <a:bodyPr wrap="square" lIns="0" tIns="0" rIns="0" bIns="0" rtlCol="0" anchor="ctr"/>
          <a:lstStyle/>
          <a:p>
            <a:pPr indent="0" marL="0">
              <a:buNone/>
            </a:pPr>
            <a:r>
              <a:rPr lang="en-US" sz="2000" b="1" dirty="0">
                <a:solidFill>
                  <a:srgbClr val="1F4788"/>
                </a:solidFill>
                <a:latin typeface="Arial" pitchFamily="34" charset="0"/>
                <a:ea typeface="Arial" pitchFamily="34" charset="-122"/>
                <a:cs typeface="Arial" pitchFamily="34" charset="-120"/>
              </a:rPr>
              <a:t>11:00</a:t>
            </a:r>
            <a:endParaRPr lang="en-US" sz="2000" dirty="0"/>
          </a:p>
        </p:txBody>
      </p:sp>
      <p:sp>
        <p:nvSpPr>
          <p:cNvPr id="28" name="Text 25"/>
          <p:cNvSpPr txBox="1"/>
          <p:nvPr/>
        </p:nvSpPr>
        <p:spPr>
          <a:xfrm>
            <a:off x="2057400" y="4169664"/>
            <a:ext cx="3108960" cy="548640"/>
          </a:xfrm>
          <a:prstGeom prst="rect">
            <a:avLst/>
          </a:prstGeom>
          <a:noFill/>
          <a:ln/>
        </p:spPr>
        <p:txBody>
          <a:bodyPr wrap="square" lIns="0" tIns="0" rIns="0" bIns="0" rtlCol="0" anchor="ctr"/>
          <a:lstStyle/>
          <a:p>
            <a:pPr indent="0" marL="0">
              <a:buNone/>
            </a:pPr>
            <a:r>
              <a:rPr lang="en-US" sz="2000" b="1" dirty="0">
                <a:solidFill>
                  <a:srgbClr val="1D1D1F"/>
                </a:solidFill>
                <a:latin typeface="Arial" pitchFamily="34" charset="0"/>
                <a:ea typeface="Arial" pitchFamily="34" charset="-122"/>
                <a:cs typeface="Arial" pitchFamily="34" charset="-120"/>
              </a:rPr>
              <a:t>스테이션 순환</a:t>
            </a:r>
            <a:endParaRPr lang="en-US" sz="2000" dirty="0"/>
          </a:p>
        </p:txBody>
      </p:sp>
      <p:sp>
        <p:nvSpPr>
          <p:cNvPr id="29" name="Text 26"/>
          <p:cNvSpPr txBox="1"/>
          <p:nvPr/>
        </p:nvSpPr>
        <p:spPr>
          <a:xfrm>
            <a:off x="5257800" y="4169664"/>
            <a:ext cx="3017520" cy="548640"/>
          </a:xfrm>
          <a:prstGeom prst="rect">
            <a:avLst/>
          </a:prstGeom>
          <a:noFill/>
          <a:ln/>
        </p:spPr>
        <p:txBody>
          <a:bodyPr wrap="square" lIns="0" tIns="0" rIns="0" bIns="0" rtlCol="0" anchor="ctr"/>
          <a:lstStyle/>
          <a:p>
            <a:pPr indent="0" marL="0">
              <a:buNone/>
            </a:pPr>
            <a:r>
              <a:rPr lang="en-US" sz="1600" dirty="0">
                <a:solidFill>
                  <a:srgbClr val="1D1D1F"/>
                </a:solidFill>
                <a:latin typeface="Arial" pitchFamily="34" charset="0"/>
                <a:ea typeface="Arial" pitchFamily="34" charset="-122"/>
                <a:cs typeface="Arial" pitchFamily="34" charset="-120"/>
              </a:rPr>
              <a:t>게임 시작 · 줄다리기 포함</a:t>
            </a:r>
            <a:endParaRPr lang="en-US" sz="1600" dirty="0"/>
          </a:p>
        </p:txBody>
      </p:sp>
      <p:sp>
        <p:nvSpPr>
          <p:cNvPr id="30" name="Text 27"/>
          <p:cNvSpPr txBox="1"/>
          <p:nvPr/>
        </p:nvSpPr>
        <p:spPr>
          <a:xfrm>
            <a:off x="8366760" y="4169664"/>
            <a:ext cx="3136392" cy="548640"/>
          </a:xfrm>
          <a:prstGeom prst="rect">
            <a:avLst/>
          </a:prstGeom>
          <a:noFill/>
          <a:ln/>
        </p:spPr>
        <p:txBody>
          <a:bodyPr wrap="square" lIns="0" tIns="0" rIns="0" bIns="0" rtlCol="0" anchor="ctr"/>
          <a:lstStyle/>
          <a:p>
            <a:pPr indent="0" marL="0">
              <a:buNone/>
            </a:pPr>
            <a:r>
              <a:rPr lang="en-US" sz="1300" dirty="0">
                <a:solidFill>
                  <a:srgbClr val="6E6E73"/>
                </a:solidFill>
                <a:latin typeface="Arial" pitchFamily="34" charset="0"/>
                <a:ea typeface="Arial" pitchFamily="34" charset="-122"/>
                <a:cs typeface="Arial" pitchFamily="34" charset="-120"/>
              </a:rPr>
              <a:t>Station rotation — games begin</a:t>
            </a:r>
            <a:endParaRPr lang="en-US" sz="1300" dirty="0"/>
          </a:p>
        </p:txBody>
      </p:sp>
      <p:sp>
        <p:nvSpPr>
          <p:cNvPr id="31" name="Shape 28"/>
          <p:cNvSpPr/>
          <p:nvPr/>
        </p:nvSpPr>
        <p:spPr>
          <a:xfrm>
            <a:off x="685800" y="4782312"/>
            <a:ext cx="10820095" cy="0"/>
          </a:xfrm>
          <a:prstGeom prst="line">
            <a:avLst/>
          </a:prstGeom>
          <a:noFill/>
          <a:ln w="9525">
            <a:solidFill>
              <a:srgbClr val="E3E3E6"/>
            </a:solidFill>
            <a:prstDash val="solid"/>
          </a:ln>
        </p:spPr>
      </p:sp>
      <p:sp>
        <p:nvSpPr>
          <p:cNvPr id="32" name="Text 29"/>
          <p:cNvSpPr txBox="1"/>
          <p:nvPr/>
        </p:nvSpPr>
        <p:spPr>
          <a:xfrm>
            <a:off x="685800" y="4846320"/>
            <a:ext cx="1188720" cy="548640"/>
          </a:xfrm>
          <a:prstGeom prst="rect">
            <a:avLst/>
          </a:prstGeom>
          <a:noFill/>
          <a:ln/>
        </p:spPr>
        <p:txBody>
          <a:bodyPr wrap="square" lIns="0" tIns="0" rIns="0" bIns="0" rtlCol="0" anchor="ctr"/>
          <a:lstStyle/>
          <a:p>
            <a:pPr indent="0" marL="0">
              <a:buNone/>
            </a:pPr>
            <a:r>
              <a:rPr lang="en-US" sz="2000" b="1" dirty="0">
                <a:solidFill>
                  <a:srgbClr val="1F4788"/>
                </a:solidFill>
                <a:latin typeface="Arial" pitchFamily="34" charset="0"/>
                <a:ea typeface="Arial" pitchFamily="34" charset="-122"/>
                <a:cs typeface="Arial" pitchFamily="34" charset="-120"/>
              </a:rPr>
              <a:t>12:00</a:t>
            </a:r>
            <a:endParaRPr lang="en-US" sz="2000" dirty="0"/>
          </a:p>
        </p:txBody>
      </p:sp>
      <p:sp>
        <p:nvSpPr>
          <p:cNvPr id="33" name="Text 30"/>
          <p:cNvSpPr txBox="1"/>
          <p:nvPr/>
        </p:nvSpPr>
        <p:spPr>
          <a:xfrm>
            <a:off x="2057400" y="4846320"/>
            <a:ext cx="3108960" cy="548640"/>
          </a:xfrm>
          <a:prstGeom prst="rect">
            <a:avLst/>
          </a:prstGeom>
          <a:noFill/>
          <a:ln/>
        </p:spPr>
        <p:txBody>
          <a:bodyPr wrap="square" lIns="0" tIns="0" rIns="0" bIns="0" rtlCol="0" anchor="ctr"/>
          <a:lstStyle/>
          <a:p>
            <a:pPr indent="0" marL="0">
              <a:buNone/>
            </a:pPr>
            <a:r>
              <a:rPr lang="en-US" sz="2000" b="1" dirty="0">
                <a:solidFill>
                  <a:srgbClr val="1D1D1F"/>
                </a:solidFill>
                <a:latin typeface="Arial" pitchFamily="34" charset="0"/>
                <a:ea typeface="Arial" pitchFamily="34" charset="-122"/>
                <a:cs typeface="Arial" pitchFamily="34" charset="-120"/>
              </a:rPr>
              <a:t>점심</a:t>
            </a:r>
            <a:endParaRPr lang="en-US" sz="2000" dirty="0"/>
          </a:p>
        </p:txBody>
      </p:sp>
      <p:sp>
        <p:nvSpPr>
          <p:cNvPr id="34" name="Text 31"/>
          <p:cNvSpPr txBox="1"/>
          <p:nvPr/>
        </p:nvSpPr>
        <p:spPr>
          <a:xfrm>
            <a:off x="5257800" y="4846320"/>
            <a:ext cx="3017520" cy="548640"/>
          </a:xfrm>
          <a:prstGeom prst="rect">
            <a:avLst/>
          </a:prstGeom>
          <a:noFill/>
          <a:ln/>
        </p:spPr>
        <p:txBody>
          <a:bodyPr wrap="square" lIns="0" tIns="0" rIns="0" bIns="0" rtlCol="0" anchor="ctr"/>
          <a:lstStyle/>
          <a:p>
            <a:pPr indent="0" marL="0">
              <a:buNone/>
            </a:pPr>
            <a:r>
              <a:rPr lang="en-US" sz="1600" dirty="0">
                <a:solidFill>
                  <a:srgbClr val="1D1D1F"/>
                </a:solidFill>
                <a:latin typeface="Arial" pitchFamily="34" charset="0"/>
                <a:ea typeface="Arial" pitchFamily="34" charset="-122"/>
                <a:cs typeface="Arial" pitchFamily="34" charset="-120"/>
              </a:rPr>
              <a:t>PTA 준비 · 선생님 점심 포함</a:t>
            </a:r>
            <a:endParaRPr lang="en-US" sz="1600" dirty="0"/>
          </a:p>
        </p:txBody>
      </p:sp>
      <p:sp>
        <p:nvSpPr>
          <p:cNvPr id="35" name="Text 32"/>
          <p:cNvSpPr txBox="1"/>
          <p:nvPr/>
        </p:nvSpPr>
        <p:spPr>
          <a:xfrm>
            <a:off x="8366760" y="4846320"/>
            <a:ext cx="3136392" cy="548640"/>
          </a:xfrm>
          <a:prstGeom prst="rect">
            <a:avLst/>
          </a:prstGeom>
          <a:noFill/>
          <a:ln/>
        </p:spPr>
        <p:txBody>
          <a:bodyPr wrap="square" lIns="0" tIns="0" rIns="0" bIns="0" rtlCol="0" anchor="ctr"/>
          <a:lstStyle/>
          <a:p>
            <a:pPr indent="0" marL="0">
              <a:buNone/>
            </a:pPr>
            <a:r>
              <a:rPr lang="en-US" sz="1300" dirty="0">
                <a:solidFill>
                  <a:srgbClr val="6E6E73"/>
                </a:solidFill>
                <a:latin typeface="Arial" pitchFamily="34" charset="0"/>
                <a:ea typeface="Arial" pitchFamily="34" charset="-122"/>
                <a:cs typeface="Arial" pitchFamily="34" charset="-120"/>
              </a:rPr>
              <a:t>Lunch — PTA, teachers included</a:t>
            </a:r>
            <a:endParaRPr lang="en-US" sz="1300" dirty="0"/>
          </a:p>
        </p:txBody>
      </p:sp>
      <p:sp>
        <p:nvSpPr>
          <p:cNvPr id="36" name="Shape 33"/>
          <p:cNvSpPr/>
          <p:nvPr/>
        </p:nvSpPr>
        <p:spPr>
          <a:xfrm>
            <a:off x="685800" y="5458968"/>
            <a:ext cx="10820095" cy="0"/>
          </a:xfrm>
          <a:prstGeom prst="line">
            <a:avLst/>
          </a:prstGeom>
          <a:noFill/>
          <a:ln w="9525">
            <a:solidFill>
              <a:srgbClr val="E3E3E6"/>
            </a:solidFill>
            <a:prstDash val="solid"/>
          </a:ln>
        </p:spPr>
      </p:sp>
      <p:sp>
        <p:nvSpPr>
          <p:cNvPr id="37" name="Text 34"/>
          <p:cNvSpPr txBox="1"/>
          <p:nvPr/>
        </p:nvSpPr>
        <p:spPr>
          <a:xfrm>
            <a:off x="685800" y="5522976"/>
            <a:ext cx="1188720" cy="548640"/>
          </a:xfrm>
          <a:prstGeom prst="rect">
            <a:avLst/>
          </a:prstGeom>
          <a:noFill/>
          <a:ln/>
        </p:spPr>
        <p:txBody>
          <a:bodyPr wrap="square" lIns="0" tIns="0" rIns="0" bIns="0" rtlCol="0" anchor="ctr"/>
          <a:lstStyle/>
          <a:p>
            <a:pPr indent="0" marL="0">
              <a:buNone/>
            </a:pPr>
            <a:r>
              <a:rPr lang="en-US" sz="2000" b="1" dirty="0">
                <a:solidFill>
                  <a:srgbClr val="D23C4C"/>
                </a:solidFill>
                <a:latin typeface="Arial" pitchFamily="34" charset="0"/>
                <a:ea typeface="Arial" pitchFamily="34" charset="-122"/>
                <a:cs typeface="Arial" pitchFamily="34" charset="-120"/>
              </a:rPr>
              <a:t>12:30</a:t>
            </a:r>
            <a:endParaRPr lang="en-US" sz="2000" dirty="0"/>
          </a:p>
        </p:txBody>
      </p:sp>
      <p:sp>
        <p:nvSpPr>
          <p:cNvPr id="38" name="Text 35"/>
          <p:cNvSpPr txBox="1"/>
          <p:nvPr/>
        </p:nvSpPr>
        <p:spPr>
          <a:xfrm>
            <a:off x="2057400" y="5522976"/>
            <a:ext cx="3108960" cy="548640"/>
          </a:xfrm>
          <a:prstGeom prst="rect">
            <a:avLst/>
          </a:prstGeom>
          <a:noFill/>
          <a:ln/>
        </p:spPr>
        <p:txBody>
          <a:bodyPr wrap="square" lIns="0" tIns="0" rIns="0" bIns="0" rtlCol="0" anchor="ctr"/>
          <a:lstStyle/>
          <a:p>
            <a:pPr indent="0" marL="0">
              <a:buNone/>
            </a:pPr>
            <a:r>
              <a:rPr lang="en-US" sz="2000" b="1" dirty="0">
                <a:solidFill>
                  <a:srgbClr val="1D1D1F"/>
                </a:solidFill>
                <a:latin typeface="Arial" pitchFamily="34" charset="0"/>
                <a:ea typeface="Arial" pitchFamily="34" charset="-122"/>
                <a:cs typeface="Arial" pitchFamily="34" charset="-120"/>
              </a:rPr>
              <a:t>시상 · 단체 사진</a:t>
            </a:r>
            <a:endParaRPr lang="en-US" sz="2000" dirty="0"/>
          </a:p>
        </p:txBody>
      </p:sp>
      <p:sp>
        <p:nvSpPr>
          <p:cNvPr id="39" name="Text 36"/>
          <p:cNvSpPr txBox="1"/>
          <p:nvPr/>
        </p:nvSpPr>
        <p:spPr>
          <a:xfrm>
            <a:off x="5257800" y="5522976"/>
            <a:ext cx="3017520" cy="548640"/>
          </a:xfrm>
          <a:prstGeom prst="rect">
            <a:avLst/>
          </a:prstGeom>
          <a:noFill/>
          <a:ln/>
        </p:spPr>
        <p:txBody>
          <a:bodyPr wrap="square" lIns="0" tIns="0" rIns="0" bIns="0" rtlCol="0" anchor="ctr"/>
          <a:lstStyle/>
          <a:p>
            <a:pPr indent="0" marL="0">
              <a:buNone/>
            </a:pPr>
            <a:r>
              <a:rPr lang="en-US" sz="1600" dirty="0">
                <a:solidFill>
                  <a:srgbClr val="1D1D1F"/>
                </a:solidFill>
                <a:latin typeface="Arial" pitchFamily="34" charset="0"/>
                <a:ea typeface="Arial" pitchFamily="34" charset="-122"/>
                <a:cs typeface="Arial" pitchFamily="34" charset="-120"/>
              </a:rPr>
              <a:t>마침</a:t>
            </a:r>
            <a:endParaRPr lang="en-US" sz="1600" dirty="0"/>
          </a:p>
        </p:txBody>
      </p:sp>
      <p:sp>
        <p:nvSpPr>
          <p:cNvPr id="40" name="Text 37"/>
          <p:cNvSpPr txBox="1"/>
          <p:nvPr/>
        </p:nvSpPr>
        <p:spPr>
          <a:xfrm>
            <a:off x="8366760" y="5522976"/>
            <a:ext cx="3136392" cy="548640"/>
          </a:xfrm>
          <a:prstGeom prst="rect">
            <a:avLst/>
          </a:prstGeom>
          <a:noFill/>
          <a:ln/>
        </p:spPr>
        <p:txBody>
          <a:bodyPr wrap="square" lIns="0" tIns="0" rIns="0" bIns="0" rtlCol="0" anchor="ctr"/>
          <a:lstStyle/>
          <a:p>
            <a:pPr indent="0" marL="0">
              <a:buNone/>
            </a:pPr>
            <a:r>
              <a:rPr lang="en-US" sz="1300" dirty="0">
                <a:solidFill>
                  <a:srgbClr val="6E6E73"/>
                </a:solidFill>
                <a:latin typeface="Arial" pitchFamily="34" charset="0"/>
                <a:ea typeface="Arial" pitchFamily="34" charset="-122"/>
                <a:cs typeface="Arial" pitchFamily="34" charset="-120"/>
              </a:rPr>
              <a:t>Awards + group photos — done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6400800"/>
            <a:ext cx="6400800" cy="274320"/>
          </a:xfrm>
          <a:prstGeom prst="rect">
            <a:avLst/>
          </a:prstGeom>
          <a:noFill/>
          <a:ln/>
        </p:spPr>
        <p:txBody>
          <a:bodyPr wrap="square" lIns="0" tIns="0" rIns="0" bIns="0" rtlCol="0" anchor="ctr"/>
          <a:lstStyle/>
          <a:p>
            <a:pPr indent="0" marL="0">
              <a:buNone/>
            </a:pPr>
            <a:r>
              <a:rPr lang="en-US" sz="1000" dirty="0">
                <a:solidFill>
                  <a:srgbClr val="6E6E73"/>
                </a:solidFill>
                <a:latin typeface="Arial" pitchFamily="34" charset="0"/>
                <a:ea typeface="Arial" pitchFamily="34" charset="-122"/>
                <a:cs typeface="Arial" pitchFamily="34" charset="-120"/>
              </a:rPr>
              <a:t>북알라바마 한국학교 · 교사회의 2026.10.03</a:t>
            </a:r>
            <a:endParaRPr lang="en-US" sz="1000" dirty="0"/>
          </a:p>
        </p:txBody>
      </p:sp>
      <p:sp>
        <p:nvSpPr>
          <p:cNvPr id="3" name="Text 1"/>
          <p:cNvSpPr txBox="1"/>
          <p:nvPr/>
        </p:nvSpPr>
        <p:spPr>
          <a:xfrm>
            <a:off x="10591495" y="6400800"/>
            <a:ext cx="914400" cy="274320"/>
          </a:xfrm>
          <a:prstGeom prst="rect">
            <a:avLst/>
          </a:prstGeom>
          <a:noFill/>
          <a:ln/>
        </p:spPr>
        <p:txBody>
          <a:bodyPr wrap="square" lIns="0" tIns="0" rIns="0" bIns="0" rtlCol="0" anchor="ctr"/>
          <a:lstStyle/>
          <a:p>
            <a:pPr algn="r" indent="0" marL="0">
              <a:buNone/>
            </a:pPr>
            <a:r>
              <a:rPr lang="en-US" sz="1000" dirty="0">
                <a:solidFill>
                  <a:srgbClr val="6E6E73"/>
                </a:solidFill>
                <a:latin typeface="Arial" pitchFamily="34" charset="0"/>
                <a:ea typeface="Arial" pitchFamily="34" charset="-122"/>
                <a:cs typeface="Arial" pitchFamily="34" charset="-120"/>
              </a:rPr>
              <a:t>8</a:t>
            </a:r>
            <a:endParaRPr lang="en-US" sz="1000" dirty="0"/>
          </a:p>
        </p:txBody>
      </p:sp>
      <p:sp>
        <p:nvSpPr>
          <p:cNvPr id="5" name="Shape 2"/>
          <p:cNvSpPr/>
          <p:nvPr/>
        </p:nvSpPr>
        <p:spPr>
          <a:xfrm>
            <a:off x="685800" y="731520"/>
            <a:ext cx="182880" cy="182880"/>
          </a:xfrm>
          <a:prstGeom prst="ellipse">
            <a:avLst/>
          </a:prstGeom>
          <a:solidFill>
            <a:srgbClr val="9BC23A"/>
          </a:solidFill>
          <a:ln w="12700">
            <a:solidFill>
              <a:srgbClr val="9BC23A"/>
            </a:solidFill>
            <a:prstDash val="solid"/>
          </a:ln>
        </p:spPr>
      </p:sp>
      <p:sp>
        <p:nvSpPr>
          <p:cNvPr id="6" name="Text 3"/>
          <p:cNvSpPr txBox="1"/>
          <p:nvPr/>
        </p:nvSpPr>
        <p:spPr>
          <a:xfrm>
            <a:off x="1051560" y="548640"/>
            <a:ext cx="10454335" cy="548640"/>
          </a:xfrm>
          <a:prstGeom prst="rect">
            <a:avLst/>
          </a:prstGeom>
          <a:noFill/>
          <a:ln/>
        </p:spPr>
        <p:txBody>
          <a:bodyPr wrap="square" lIns="0" tIns="0" rIns="0" bIns="0" rtlCol="0" anchor="ctr"/>
          <a:lstStyle/>
          <a:p>
            <a:pPr indent="0" marL="0">
              <a:buNone/>
            </a:pPr>
            <a:r>
              <a:rPr lang="en-US" sz="3200" b="1" dirty="0">
                <a:solidFill>
                  <a:srgbClr val="1D1D1F"/>
                </a:solidFill>
                <a:latin typeface="Arial" pitchFamily="34" charset="0"/>
                <a:ea typeface="Arial" pitchFamily="34" charset="-122"/>
                <a:cs typeface="Arial" pitchFamily="34" charset="-120"/>
              </a:rPr>
              <a:t>두 팀 — 청팀 vs 백팀</a:t>
            </a:r>
            <a:pPr indent="0" marL="0">
              <a:buNone/>
            </a:pPr>
            <a:r>
              <a:rPr lang="en-US" sz="1800" dirty="0">
                <a:solidFill>
                  <a:srgbClr val="6E6E73"/>
                </a:solidFill>
                <a:latin typeface="Arial" pitchFamily="34" charset="0"/>
                <a:ea typeface="Arial" pitchFamily="34" charset="-122"/>
                <a:cs typeface="Arial" pitchFamily="34" charset="-120"/>
              </a:rPr>
              <a:t>   Blue Team and White Team</a:t>
            </a:r>
            <a:endParaRPr lang="en-US" sz="3200" dirty="0"/>
          </a:p>
        </p:txBody>
      </p:sp>
      <p:sp>
        <p:nvSpPr>
          <p:cNvPr id="7" name="Shape 4"/>
          <p:cNvSpPr/>
          <p:nvPr/>
        </p:nvSpPr>
        <p:spPr>
          <a:xfrm>
            <a:off x="685800" y="1508760"/>
            <a:ext cx="5227168" cy="2560320"/>
          </a:xfrm>
          <a:prstGeom prst="roundRect">
            <a:avLst>
              <a:gd name="adj" fmla="val 5357"/>
            </a:avLst>
          </a:prstGeom>
          <a:solidFill>
            <a:srgbClr val="E9EDF6"/>
          </a:solidFill>
          <a:ln w="12700">
            <a:solidFill>
              <a:srgbClr val="E9EDF6"/>
            </a:solidFill>
            <a:prstDash val="solid"/>
          </a:ln>
        </p:spPr>
      </p:sp>
      <p:sp>
        <p:nvSpPr>
          <p:cNvPr id="8" name="Text 5"/>
          <p:cNvSpPr txBox="1"/>
          <p:nvPr/>
        </p:nvSpPr>
        <p:spPr>
          <a:xfrm>
            <a:off x="1051560" y="1737360"/>
            <a:ext cx="4495648" cy="2103120"/>
          </a:xfrm>
          <a:prstGeom prst="rect">
            <a:avLst/>
          </a:prstGeom>
          <a:noFill/>
          <a:ln/>
        </p:spPr>
        <p:txBody>
          <a:bodyPr wrap="square" lIns="0" tIns="0" rIns="0" bIns="0" rtlCol="0" anchor="ctr"/>
          <a:lstStyle/>
          <a:p>
            <a:pPr indent="0" marL="0">
              <a:buNone/>
            </a:pPr>
            <a:r>
              <a:rPr lang="en-US" sz="4400" b="1" dirty="0">
                <a:solidFill>
                  <a:srgbClr val="1F4788"/>
                </a:solidFill>
                <a:latin typeface="Arial" pitchFamily="34" charset="0"/>
                <a:ea typeface="Arial" pitchFamily="34" charset="-122"/>
                <a:cs typeface="Arial" pitchFamily="34" charset="-120"/>
              </a:rPr>
              <a:t>청팀</a:t>
            </a:r>
            <a:endParaRPr lang="en-US" sz="4400" dirty="0"/>
          </a:p>
          <a:p>
            <a:pPr indent="0" marL="0">
              <a:buNone/>
            </a:pPr>
            <a:r>
              <a:rPr lang="en-US" sz="1600" dirty="0">
                <a:solidFill>
                  <a:srgbClr val="1D1D1F"/>
                </a:solidFill>
                <a:latin typeface="Arial" pitchFamily="34" charset="0"/>
                <a:ea typeface="Arial" pitchFamily="34" charset="-122"/>
                <a:cs typeface="Arial" pitchFamily="34" charset="-120"/>
              </a:rPr>
              <a:t>Blue Team · 파란 스카프</a:t>
            </a:r>
            <a:endParaRPr lang="en-US" sz="4400" dirty="0"/>
          </a:p>
        </p:txBody>
      </p:sp>
      <p:sp>
        <p:nvSpPr>
          <p:cNvPr id="9" name="Shape 6"/>
          <p:cNvSpPr/>
          <p:nvPr/>
        </p:nvSpPr>
        <p:spPr>
          <a:xfrm>
            <a:off x="6278728" y="1508760"/>
            <a:ext cx="5227168" cy="2560320"/>
          </a:xfrm>
          <a:prstGeom prst="roundRect">
            <a:avLst>
              <a:gd name="adj" fmla="val 5357"/>
            </a:avLst>
          </a:prstGeom>
          <a:solidFill>
            <a:srgbClr val="F7F7F9"/>
          </a:solidFill>
          <a:ln w="12700">
            <a:solidFill>
              <a:srgbClr val="F7F7F9"/>
            </a:solidFill>
            <a:prstDash val="solid"/>
          </a:ln>
        </p:spPr>
      </p:sp>
      <p:sp>
        <p:nvSpPr>
          <p:cNvPr id="10" name="Text 7"/>
          <p:cNvSpPr txBox="1"/>
          <p:nvPr/>
        </p:nvSpPr>
        <p:spPr>
          <a:xfrm>
            <a:off x="6644488" y="1737360"/>
            <a:ext cx="4495648" cy="2103120"/>
          </a:xfrm>
          <a:prstGeom prst="rect">
            <a:avLst/>
          </a:prstGeom>
          <a:noFill/>
          <a:ln/>
        </p:spPr>
        <p:txBody>
          <a:bodyPr wrap="square" lIns="0" tIns="0" rIns="0" bIns="0" rtlCol="0" anchor="ctr"/>
          <a:lstStyle/>
          <a:p>
            <a:pPr indent="0" marL="0">
              <a:buNone/>
            </a:pPr>
            <a:r>
              <a:rPr lang="en-US" sz="4400" b="1" dirty="0">
                <a:solidFill>
                  <a:srgbClr val="1D1D1F"/>
                </a:solidFill>
                <a:latin typeface="Arial" pitchFamily="34" charset="0"/>
                <a:ea typeface="Arial" pitchFamily="34" charset="-122"/>
                <a:cs typeface="Arial" pitchFamily="34" charset="-120"/>
              </a:rPr>
              <a:t>백팀</a:t>
            </a:r>
            <a:endParaRPr lang="en-US" sz="4400" dirty="0"/>
          </a:p>
          <a:p>
            <a:pPr indent="0" marL="0">
              <a:buNone/>
            </a:pPr>
            <a:r>
              <a:rPr lang="en-US" sz="1600" dirty="0">
                <a:solidFill>
                  <a:srgbClr val="1D1D1F"/>
                </a:solidFill>
                <a:latin typeface="Arial" pitchFamily="34" charset="0"/>
                <a:ea typeface="Arial" pitchFamily="34" charset="-122"/>
                <a:cs typeface="Arial" pitchFamily="34" charset="-120"/>
              </a:rPr>
              <a:t>White Team · 흰 스카프</a:t>
            </a:r>
            <a:endParaRPr lang="en-US" sz="4400" dirty="0"/>
          </a:p>
        </p:txBody>
      </p:sp>
      <p:sp>
        <p:nvSpPr>
          <p:cNvPr id="11" name="Text 8"/>
          <p:cNvSpPr txBox="1"/>
          <p:nvPr/>
        </p:nvSpPr>
        <p:spPr>
          <a:xfrm>
            <a:off x="685800" y="4572000"/>
            <a:ext cx="3423818" cy="914400"/>
          </a:xfrm>
          <a:prstGeom prst="rect">
            <a:avLst/>
          </a:prstGeom>
          <a:noFill/>
          <a:ln/>
        </p:spPr>
        <p:txBody>
          <a:bodyPr wrap="square" lIns="0" tIns="0" rIns="0" bIns="0" rtlCol="0" anchor="t"/>
          <a:lstStyle/>
          <a:p>
            <a:pPr indent="0" marL="0">
              <a:buNone/>
            </a:pPr>
            <a:r>
              <a:rPr lang="en-US" sz="2000" b="1" dirty="0">
                <a:solidFill>
                  <a:srgbClr val="1D1D1F"/>
                </a:solidFill>
                <a:latin typeface="Arial" pitchFamily="34" charset="0"/>
                <a:ea typeface="Arial" pitchFamily="34" charset="-122"/>
                <a:cs typeface="Arial" pitchFamily="34" charset="-120"/>
              </a:rPr>
              <a:t>반마다 반반으로 나누기</a:t>
            </a:r>
            <a:endParaRPr lang="en-US" sz="2000" dirty="0"/>
          </a:p>
          <a:p>
            <a:pPr indent="0" marL="0">
              <a:buNone/>
            </a:pPr>
            <a:r>
              <a:rPr lang="en-US" sz="1400" dirty="0">
                <a:solidFill>
                  <a:srgbClr val="6E6E73"/>
                </a:solidFill>
                <a:latin typeface="Arial" pitchFamily="34" charset="0"/>
                <a:ea typeface="Arial" pitchFamily="34" charset="-122"/>
                <a:cs typeface="Arial" pitchFamily="34" charset="-120"/>
              </a:rPr>
              <a:t>Split every class in half — ages mix</a:t>
            </a:r>
            <a:endParaRPr lang="en-US" sz="2000" dirty="0"/>
          </a:p>
        </p:txBody>
      </p:sp>
      <p:sp>
        <p:nvSpPr>
          <p:cNvPr id="12" name="Text 9"/>
          <p:cNvSpPr txBox="1"/>
          <p:nvPr/>
        </p:nvSpPr>
        <p:spPr>
          <a:xfrm>
            <a:off x="4383938" y="4572000"/>
            <a:ext cx="3423818" cy="914400"/>
          </a:xfrm>
          <a:prstGeom prst="rect">
            <a:avLst/>
          </a:prstGeom>
          <a:noFill/>
          <a:ln/>
        </p:spPr>
        <p:txBody>
          <a:bodyPr wrap="square" lIns="0" tIns="0" rIns="0" bIns="0" rtlCol="0" anchor="t"/>
          <a:lstStyle/>
          <a:p>
            <a:pPr indent="0" marL="0">
              <a:buNone/>
            </a:pPr>
            <a:r>
              <a:rPr lang="en-US" sz="2000" b="1" dirty="0">
                <a:solidFill>
                  <a:srgbClr val="1D1D1F"/>
                </a:solidFill>
                <a:latin typeface="Arial" pitchFamily="34" charset="0"/>
                <a:ea typeface="Arial" pitchFamily="34" charset="-122"/>
                <a:cs typeface="Arial" pitchFamily="34" charset="-120"/>
              </a:rPr>
              <a:t>형제자매는 같은 팀</a:t>
            </a:r>
            <a:endParaRPr lang="en-US" sz="2000" dirty="0"/>
          </a:p>
          <a:p>
            <a:pPr indent="0" marL="0">
              <a:buNone/>
            </a:pPr>
            <a:r>
              <a:rPr lang="en-US" sz="1400" dirty="0">
                <a:solidFill>
                  <a:srgbClr val="6E6E73"/>
                </a:solidFill>
                <a:latin typeface="Arial" pitchFamily="34" charset="0"/>
                <a:ea typeface="Arial" pitchFamily="34" charset="-122"/>
                <a:cs typeface="Arial" pitchFamily="34" charset="-120"/>
              </a:rPr>
              <a:t>Siblings stay together</a:t>
            </a:r>
            <a:endParaRPr lang="en-US" sz="2000" dirty="0"/>
          </a:p>
        </p:txBody>
      </p:sp>
      <p:sp>
        <p:nvSpPr>
          <p:cNvPr id="13" name="Text 10"/>
          <p:cNvSpPr txBox="1"/>
          <p:nvPr/>
        </p:nvSpPr>
        <p:spPr>
          <a:xfrm>
            <a:off x="8082077" y="4572000"/>
            <a:ext cx="3423818" cy="914400"/>
          </a:xfrm>
          <a:prstGeom prst="rect">
            <a:avLst/>
          </a:prstGeom>
          <a:noFill/>
          <a:ln/>
        </p:spPr>
        <p:txBody>
          <a:bodyPr wrap="square" lIns="0" tIns="0" rIns="0" bIns="0" rtlCol="0" anchor="t"/>
          <a:lstStyle/>
          <a:p>
            <a:pPr indent="0" marL="0">
              <a:buNone/>
            </a:pPr>
            <a:r>
              <a:rPr lang="en-US" sz="2000" b="1" dirty="0">
                <a:solidFill>
                  <a:srgbClr val="1D1D1F"/>
                </a:solidFill>
                <a:latin typeface="Arial" pitchFamily="34" charset="0"/>
                <a:ea typeface="Arial" pitchFamily="34" charset="-122"/>
                <a:cs typeface="Arial" pitchFamily="34" charset="-120"/>
              </a:rPr>
              <a:t>모든 점수는 점수판 하나에</a:t>
            </a:r>
            <a:endParaRPr lang="en-US" sz="2000" dirty="0"/>
          </a:p>
          <a:p>
            <a:pPr indent="0" marL="0">
              <a:buNone/>
            </a:pPr>
            <a:r>
              <a:rPr lang="en-US" sz="1400" dirty="0">
                <a:solidFill>
                  <a:srgbClr val="6E6E73"/>
                </a:solidFill>
                <a:latin typeface="Arial" pitchFamily="34" charset="0"/>
                <a:ea typeface="Arial" pitchFamily="34" charset="-122"/>
                <a:cs typeface="Arial" pitchFamily="34" charset="-120"/>
              </a:rPr>
              <a:t>Every event scores onto one board</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6400800"/>
            <a:ext cx="6400800" cy="274320"/>
          </a:xfrm>
          <a:prstGeom prst="rect">
            <a:avLst/>
          </a:prstGeom>
          <a:noFill/>
          <a:ln/>
        </p:spPr>
        <p:txBody>
          <a:bodyPr wrap="square" lIns="0" tIns="0" rIns="0" bIns="0" rtlCol="0" anchor="ctr"/>
          <a:lstStyle/>
          <a:p>
            <a:pPr indent="0" marL="0">
              <a:buNone/>
            </a:pPr>
            <a:r>
              <a:rPr lang="en-US" sz="1000" dirty="0">
                <a:solidFill>
                  <a:srgbClr val="6E6E73"/>
                </a:solidFill>
                <a:latin typeface="Arial" pitchFamily="34" charset="0"/>
                <a:ea typeface="Arial" pitchFamily="34" charset="-122"/>
                <a:cs typeface="Arial" pitchFamily="34" charset="-120"/>
              </a:rPr>
              <a:t>북알라바마 한국학교 · 교사회의 2026.10.03</a:t>
            </a:r>
            <a:endParaRPr lang="en-US" sz="1000" dirty="0"/>
          </a:p>
        </p:txBody>
      </p:sp>
      <p:sp>
        <p:nvSpPr>
          <p:cNvPr id="3" name="Text 1"/>
          <p:cNvSpPr txBox="1"/>
          <p:nvPr/>
        </p:nvSpPr>
        <p:spPr>
          <a:xfrm>
            <a:off x="10591495" y="6400800"/>
            <a:ext cx="914400" cy="274320"/>
          </a:xfrm>
          <a:prstGeom prst="rect">
            <a:avLst/>
          </a:prstGeom>
          <a:noFill/>
          <a:ln/>
        </p:spPr>
        <p:txBody>
          <a:bodyPr wrap="square" lIns="0" tIns="0" rIns="0" bIns="0" rtlCol="0" anchor="ctr"/>
          <a:lstStyle/>
          <a:p>
            <a:pPr algn="r" indent="0" marL="0">
              <a:buNone/>
            </a:pPr>
            <a:r>
              <a:rPr lang="en-US" sz="1000" dirty="0">
                <a:solidFill>
                  <a:srgbClr val="6E6E73"/>
                </a:solidFill>
                <a:latin typeface="Arial" pitchFamily="34" charset="0"/>
                <a:ea typeface="Arial" pitchFamily="34" charset="-122"/>
                <a:cs typeface="Arial" pitchFamily="34" charset="-120"/>
              </a:rPr>
              <a:t>9</a:t>
            </a:r>
            <a:endParaRPr lang="en-US" sz="1000" dirty="0"/>
          </a:p>
        </p:txBody>
      </p:sp>
      <p:sp>
        <p:nvSpPr>
          <p:cNvPr id="5" name="Shape 2"/>
          <p:cNvSpPr/>
          <p:nvPr/>
        </p:nvSpPr>
        <p:spPr>
          <a:xfrm>
            <a:off x="685800" y="731520"/>
            <a:ext cx="182880" cy="182880"/>
          </a:xfrm>
          <a:prstGeom prst="ellipse">
            <a:avLst/>
          </a:prstGeom>
          <a:solidFill>
            <a:srgbClr val="9BC23A"/>
          </a:solidFill>
          <a:ln w="12700">
            <a:solidFill>
              <a:srgbClr val="9BC23A"/>
            </a:solidFill>
            <a:prstDash val="solid"/>
          </a:ln>
        </p:spPr>
      </p:sp>
      <p:sp>
        <p:nvSpPr>
          <p:cNvPr id="6" name="Text 3"/>
          <p:cNvSpPr txBox="1"/>
          <p:nvPr/>
        </p:nvSpPr>
        <p:spPr>
          <a:xfrm>
            <a:off x="1051560" y="548640"/>
            <a:ext cx="10454335" cy="548640"/>
          </a:xfrm>
          <a:prstGeom prst="rect">
            <a:avLst/>
          </a:prstGeom>
          <a:noFill/>
          <a:ln/>
        </p:spPr>
        <p:txBody>
          <a:bodyPr wrap="square" lIns="0" tIns="0" rIns="0" bIns="0" rtlCol="0" anchor="ctr"/>
          <a:lstStyle/>
          <a:p>
            <a:pPr indent="0" marL="0">
              <a:buNone/>
            </a:pPr>
            <a:r>
              <a:rPr lang="en-US" sz="3200" b="1" dirty="0">
                <a:solidFill>
                  <a:srgbClr val="1D1D1F"/>
                </a:solidFill>
                <a:latin typeface="Arial" pitchFamily="34" charset="0"/>
                <a:ea typeface="Arial" pitchFamily="34" charset="-122"/>
                <a:cs typeface="Arial" pitchFamily="34" charset="-120"/>
              </a:rPr>
              <a:t>게임 아이디어</a:t>
            </a:r>
            <a:pPr indent="0" marL="0">
              <a:buNone/>
            </a:pPr>
            <a:r>
              <a:rPr lang="en-US" sz="1800" dirty="0">
                <a:solidFill>
                  <a:srgbClr val="6E6E73"/>
                </a:solidFill>
                <a:latin typeface="Arial" pitchFamily="34" charset="0"/>
                <a:ea typeface="Arial" pitchFamily="34" charset="-122"/>
                <a:cs typeface="Arial" pitchFamily="34" charset="-120"/>
              </a:rPr>
              <a:t>   Game ideas</a:t>
            </a:r>
            <a:endParaRPr lang="en-US" sz="3200" dirty="0"/>
          </a:p>
        </p:txBody>
      </p:sp>
      <p:sp>
        <p:nvSpPr>
          <p:cNvPr id="7" name="Text 4"/>
          <p:cNvSpPr txBox="1"/>
          <p:nvPr/>
        </p:nvSpPr>
        <p:spPr>
          <a:xfrm>
            <a:off x="685800" y="1600200"/>
            <a:ext cx="457200" cy="457200"/>
          </a:xfrm>
          <a:prstGeom prst="rect">
            <a:avLst/>
          </a:prstGeom>
          <a:noFill/>
          <a:ln/>
        </p:spPr>
        <p:txBody>
          <a:bodyPr wrap="square" lIns="0" tIns="0" rIns="0" bIns="0" rtlCol="0" anchor="ctr"/>
          <a:lstStyle/>
          <a:p>
            <a:pPr indent="0" marL="0">
              <a:buNone/>
            </a:pPr>
            <a:r>
              <a:rPr lang="en-US" sz="2800" b="1" dirty="0">
                <a:solidFill>
                  <a:srgbClr val="D23C4C"/>
                </a:solidFill>
                <a:latin typeface="Arial" pitchFamily="34" charset="0"/>
                <a:ea typeface="Arial" pitchFamily="34" charset="-122"/>
                <a:cs typeface="Arial" pitchFamily="34" charset="-120"/>
              </a:rPr>
              <a:t>1</a:t>
            </a:r>
            <a:endParaRPr lang="en-US" sz="2800" dirty="0"/>
          </a:p>
        </p:txBody>
      </p:sp>
      <p:sp>
        <p:nvSpPr>
          <p:cNvPr id="8" name="Text 5"/>
          <p:cNvSpPr txBox="1"/>
          <p:nvPr/>
        </p:nvSpPr>
        <p:spPr>
          <a:xfrm>
            <a:off x="1325880" y="1600200"/>
            <a:ext cx="4495648" cy="1005840"/>
          </a:xfrm>
          <a:prstGeom prst="rect">
            <a:avLst/>
          </a:prstGeom>
          <a:noFill/>
          <a:ln/>
        </p:spPr>
        <p:txBody>
          <a:bodyPr wrap="square" lIns="0" tIns="0" rIns="0" bIns="0" rtlCol="0" anchor="t"/>
          <a:lstStyle/>
          <a:p>
            <a:pPr indent="0" marL="0">
              <a:buNone/>
            </a:pPr>
            <a:r>
              <a:rPr lang="en-US" sz="2400" b="1" dirty="0">
                <a:solidFill>
                  <a:srgbClr val="1D1D1F"/>
                </a:solidFill>
                <a:latin typeface="Arial" pitchFamily="34" charset="0"/>
                <a:ea typeface="Arial" pitchFamily="34" charset="-122"/>
                <a:cs typeface="Arial" pitchFamily="34" charset="-120"/>
              </a:rPr>
              <a:t>머리 위로 공 전달하기</a:t>
            </a:r>
            <a:endParaRPr lang="en-US" sz="2400" dirty="0"/>
          </a:p>
          <a:p>
            <a:pPr indent="0" marL="0">
              <a:buNone/>
            </a:pPr>
            <a:r>
              <a:rPr lang="en-US" sz="1500" dirty="0">
                <a:solidFill>
                  <a:srgbClr val="6E6E73"/>
                </a:solidFill>
                <a:latin typeface="Arial" pitchFamily="34" charset="0"/>
                <a:ea typeface="Arial" pitchFamily="34" charset="-122"/>
                <a:cs typeface="Arial" pitchFamily="34" charset="-120"/>
              </a:rPr>
              <a:t>Over-the-head ball pass — line passes the ball back</a:t>
            </a:r>
            <a:endParaRPr lang="en-US" sz="2400" dirty="0"/>
          </a:p>
        </p:txBody>
      </p:sp>
      <p:sp>
        <p:nvSpPr>
          <p:cNvPr id="9" name="Text 6"/>
          <p:cNvSpPr txBox="1"/>
          <p:nvPr/>
        </p:nvSpPr>
        <p:spPr>
          <a:xfrm>
            <a:off x="685800" y="2971800"/>
            <a:ext cx="457200" cy="457200"/>
          </a:xfrm>
          <a:prstGeom prst="rect">
            <a:avLst/>
          </a:prstGeom>
          <a:noFill/>
          <a:ln/>
        </p:spPr>
        <p:txBody>
          <a:bodyPr wrap="square" lIns="0" tIns="0" rIns="0" bIns="0" rtlCol="0" anchor="ctr"/>
          <a:lstStyle/>
          <a:p>
            <a:pPr indent="0" marL="0">
              <a:buNone/>
            </a:pPr>
            <a:r>
              <a:rPr lang="en-US" sz="2800" b="1" dirty="0">
                <a:solidFill>
                  <a:srgbClr val="D23C4C"/>
                </a:solidFill>
                <a:latin typeface="Arial" pitchFamily="34" charset="0"/>
                <a:ea typeface="Arial" pitchFamily="34" charset="-122"/>
                <a:cs typeface="Arial" pitchFamily="34" charset="-120"/>
              </a:rPr>
              <a:t>2</a:t>
            </a:r>
            <a:endParaRPr lang="en-US" sz="2800" dirty="0"/>
          </a:p>
        </p:txBody>
      </p:sp>
      <p:sp>
        <p:nvSpPr>
          <p:cNvPr id="10" name="Text 7"/>
          <p:cNvSpPr txBox="1"/>
          <p:nvPr/>
        </p:nvSpPr>
        <p:spPr>
          <a:xfrm>
            <a:off x="1325880" y="2971800"/>
            <a:ext cx="4495648" cy="1005840"/>
          </a:xfrm>
          <a:prstGeom prst="rect">
            <a:avLst/>
          </a:prstGeom>
          <a:noFill/>
          <a:ln/>
        </p:spPr>
        <p:txBody>
          <a:bodyPr wrap="square" lIns="0" tIns="0" rIns="0" bIns="0" rtlCol="0" anchor="t"/>
          <a:lstStyle/>
          <a:p>
            <a:pPr indent="0" marL="0">
              <a:buNone/>
            </a:pPr>
            <a:r>
              <a:rPr lang="en-US" sz="2400" b="1" dirty="0">
                <a:solidFill>
                  <a:srgbClr val="1D1D1F"/>
                </a:solidFill>
                <a:latin typeface="Arial" pitchFamily="34" charset="0"/>
                <a:ea typeface="Arial" pitchFamily="34" charset="-122"/>
                <a:cs typeface="Arial" pitchFamily="34" charset="-120"/>
              </a:rPr>
              <a:t>이어달리기</a:t>
            </a:r>
            <a:endParaRPr lang="en-US" sz="2400" dirty="0"/>
          </a:p>
          <a:p>
            <a:pPr indent="0" marL="0">
              <a:buNone/>
            </a:pPr>
            <a:r>
              <a:rPr lang="en-US" sz="1500" dirty="0">
                <a:solidFill>
                  <a:srgbClr val="6E6E73"/>
                </a:solidFill>
                <a:latin typeface="Arial" pitchFamily="34" charset="0"/>
                <a:ea typeface="Arial" pitchFamily="34" charset="-122"/>
                <a:cs typeface="Arial" pitchFamily="34" charset="-120"/>
              </a:rPr>
              <a:t>Classic relay race — by age group</a:t>
            </a:r>
            <a:endParaRPr lang="en-US" sz="2400" dirty="0"/>
          </a:p>
        </p:txBody>
      </p:sp>
      <p:sp>
        <p:nvSpPr>
          <p:cNvPr id="11" name="Text 8"/>
          <p:cNvSpPr txBox="1"/>
          <p:nvPr/>
        </p:nvSpPr>
        <p:spPr>
          <a:xfrm>
            <a:off x="685800" y="4343400"/>
            <a:ext cx="457200" cy="457200"/>
          </a:xfrm>
          <a:prstGeom prst="rect">
            <a:avLst/>
          </a:prstGeom>
          <a:noFill/>
          <a:ln/>
        </p:spPr>
        <p:txBody>
          <a:bodyPr wrap="square" lIns="0" tIns="0" rIns="0" bIns="0" rtlCol="0" anchor="ctr"/>
          <a:lstStyle/>
          <a:p>
            <a:pPr indent="0" marL="0">
              <a:buNone/>
            </a:pPr>
            <a:r>
              <a:rPr lang="en-US" sz="2800" b="1" dirty="0">
                <a:solidFill>
                  <a:srgbClr val="D23C4C"/>
                </a:solidFill>
                <a:latin typeface="Arial" pitchFamily="34" charset="0"/>
                <a:ea typeface="Arial" pitchFamily="34" charset="-122"/>
                <a:cs typeface="Arial" pitchFamily="34" charset="-120"/>
              </a:rPr>
              <a:t>3</a:t>
            </a:r>
            <a:endParaRPr lang="en-US" sz="2800" dirty="0"/>
          </a:p>
        </p:txBody>
      </p:sp>
      <p:sp>
        <p:nvSpPr>
          <p:cNvPr id="12" name="Text 9"/>
          <p:cNvSpPr txBox="1"/>
          <p:nvPr/>
        </p:nvSpPr>
        <p:spPr>
          <a:xfrm>
            <a:off x="1325880" y="4343400"/>
            <a:ext cx="4495648" cy="1005840"/>
          </a:xfrm>
          <a:prstGeom prst="rect">
            <a:avLst/>
          </a:prstGeom>
          <a:noFill/>
          <a:ln/>
        </p:spPr>
        <p:txBody>
          <a:bodyPr wrap="square" lIns="0" tIns="0" rIns="0" bIns="0" rtlCol="0" anchor="t"/>
          <a:lstStyle/>
          <a:p>
            <a:pPr indent="0" marL="0">
              <a:buNone/>
            </a:pPr>
            <a:r>
              <a:rPr lang="en-US" sz="2400" b="1" dirty="0">
                <a:solidFill>
                  <a:srgbClr val="1D1D1F"/>
                </a:solidFill>
                <a:latin typeface="Arial" pitchFamily="34" charset="0"/>
                <a:ea typeface="Arial" pitchFamily="34" charset="-122"/>
                <a:cs typeface="Arial" pitchFamily="34" charset="-120"/>
              </a:rPr>
              <a:t>2인 3각</a:t>
            </a:r>
            <a:endParaRPr lang="en-US" sz="2400" dirty="0"/>
          </a:p>
          <a:p>
            <a:pPr indent="0" marL="0">
              <a:buNone/>
            </a:pPr>
            <a:r>
              <a:rPr lang="en-US" sz="1500" dirty="0">
                <a:solidFill>
                  <a:srgbClr val="6E6E73"/>
                </a:solidFill>
                <a:latin typeface="Arial" pitchFamily="34" charset="0"/>
                <a:ea typeface="Arial" pitchFamily="34" charset="-122"/>
                <a:cs typeface="Arial" pitchFamily="34" charset="-120"/>
              </a:rPr>
              <a:t>Three-legged race — great with a parent</a:t>
            </a:r>
            <a:endParaRPr lang="en-US" sz="2400" dirty="0"/>
          </a:p>
        </p:txBody>
      </p:sp>
      <p:sp>
        <p:nvSpPr>
          <p:cNvPr id="13" name="Text 10"/>
          <p:cNvSpPr txBox="1"/>
          <p:nvPr/>
        </p:nvSpPr>
        <p:spPr>
          <a:xfrm>
            <a:off x="6278728" y="1600200"/>
            <a:ext cx="457200" cy="457200"/>
          </a:xfrm>
          <a:prstGeom prst="rect">
            <a:avLst/>
          </a:prstGeom>
          <a:noFill/>
          <a:ln/>
        </p:spPr>
        <p:txBody>
          <a:bodyPr wrap="square" lIns="0" tIns="0" rIns="0" bIns="0" rtlCol="0" anchor="ctr"/>
          <a:lstStyle/>
          <a:p>
            <a:pPr indent="0" marL="0">
              <a:buNone/>
            </a:pPr>
            <a:r>
              <a:rPr lang="en-US" sz="2800" b="1" dirty="0">
                <a:solidFill>
                  <a:srgbClr val="D23C4C"/>
                </a:solidFill>
                <a:latin typeface="Arial" pitchFamily="34" charset="0"/>
                <a:ea typeface="Arial" pitchFamily="34" charset="-122"/>
                <a:cs typeface="Arial" pitchFamily="34" charset="-120"/>
              </a:rPr>
              <a:t>4</a:t>
            </a:r>
            <a:endParaRPr lang="en-US" sz="2800" dirty="0"/>
          </a:p>
        </p:txBody>
      </p:sp>
      <p:sp>
        <p:nvSpPr>
          <p:cNvPr id="14" name="Text 11"/>
          <p:cNvSpPr txBox="1"/>
          <p:nvPr/>
        </p:nvSpPr>
        <p:spPr>
          <a:xfrm>
            <a:off x="6918808" y="1600200"/>
            <a:ext cx="4495648" cy="1005840"/>
          </a:xfrm>
          <a:prstGeom prst="rect">
            <a:avLst/>
          </a:prstGeom>
          <a:noFill/>
          <a:ln/>
        </p:spPr>
        <p:txBody>
          <a:bodyPr wrap="square" lIns="0" tIns="0" rIns="0" bIns="0" rtlCol="0" anchor="t"/>
          <a:lstStyle/>
          <a:p>
            <a:pPr indent="0" marL="0">
              <a:buNone/>
            </a:pPr>
            <a:r>
              <a:rPr lang="en-US" sz="2400" b="1" dirty="0">
                <a:solidFill>
                  <a:srgbClr val="1D1D1F"/>
                </a:solidFill>
                <a:latin typeface="Arial" pitchFamily="34" charset="0"/>
                <a:ea typeface="Arial" pitchFamily="34" charset="-122"/>
                <a:cs typeface="Arial" pitchFamily="34" charset="-120"/>
              </a:rPr>
              <a:t>풍선 터뜨리기 릴레이</a:t>
            </a:r>
            <a:endParaRPr lang="en-US" sz="2400" dirty="0"/>
          </a:p>
          <a:p>
            <a:pPr indent="0" marL="0">
              <a:buNone/>
            </a:pPr>
            <a:r>
              <a:rPr lang="en-US" sz="1500" dirty="0">
                <a:solidFill>
                  <a:srgbClr val="6E6E73"/>
                </a:solidFill>
                <a:latin typeface="Arial" pitchFamily="34" charset="0"/>
                <a:ea typeface="Arial" pitchFamily="34" charset="-122"/>
                <a:cs typeface="Arial" pitchFamily="34" charset="-120"/>
              </a:rPr>
              <a:t>Run, sit, pop the balloon, run back</a:t>
            </a:r>
            <a:endParaRPr lang="en-US" sz="2400" dirty="0"/>
          </a:p>
        </p:txBody>
      </p:sp>
      <p:sp>
        <p:nvSpPr>
          <p:cNvPr id="15" name="Text 12"/>
          <p:cNvSpPr txBox="1"/>
          <p:nvPr/>
        </p:nvSpPr>
        <p:spPr>
          <a:xfrm>
            <a:off x="6278728" y="2971800"/>
            <a:ext cx="457200" cy="457200"/>
          </a:xfrm>
          <a:prstGeom prst="rect">
            <a:avLst/>
          </a:prstGeom>
          <a:noFill/>
          <a:ln/>
        </p:spPr>
        <p:txBody>
          <a:bodyPr wrap="square" lIns="0" tIns="0" rIns="0" bIns="0" rtlCol="0" anchor="ctr"/>
          <a:lstStyle/>
          <a:p>
            <a:pPr indent="0" marL="0">
              <a:buNone/>
            </a:pPr>
            <a:r>
              <a:rPr lang="en-US" sz="2800" b="1" dirty="0">
                <a:solidFill>
                  <a:srgbClr val="D23C4C"/>
                </a:solidFill>
                <a:latin typeface="Arial" pitchFamily="34" charset="0"/>
                <a:ea typeface="Arial" pitchFamily="34" charset="-122"/>
                <a:cs typeface="Arial" pitchFamily="34" charset="-120"/>
              </a:rPr>
              <a:t>5</a:t>
            </a:r>
            <a:endParaRPr lang="en-US" sz="2800" dirty="0"/>
          </a:p>
        </p:txBody>
      </p:sp>
      <p:sp>
        <p:nvSpPr>
          <p:cNvPr id="16" name="Text 13"/>
          <p:cNvSpPr txBox="1"/>
          <p:nvPr/>
        </p:nvSpPr>
        <p:spPr>
          <a:xfrm>
            <a:off x="6918808" y="2971800"/>
            <a:ext cx="4495648" cy="1005840"/>
          </a:xfrm>
          <a:prstGeom prst="rect">
            <a:avLst/>
          </a:prstGeom>
          <a:noFill/>
          <a:ln/>
        </p:spPr>
        <p:txBody>
          <a:bodyPr wrap="square" lIns="0" tIns="0" rIns="0" bIns="0" rtlCol="0" anchor="t"/>
          <a:lstStyle/>
          <a:p>
            <a:pPr indent="0" marL="0">
              <a:buNone/>
            </a:pPr>
            <a:r>
              <a:rPr lang="en-US" sz="2400" b="1" dirty="0">
                <a:solidFill>
                  <a:srgbClr val="1D1D1F"/>
                </a:solidFill>
                <a:latin typeface="Arial" pitchFamily="34" charset="0"/>
                <a:ea typeface="Arial" pitchFamily="34" charset="-122"/>
                <a:cs typeface="Arial" pitchFamily="34" charset="-120"/>
              </a:rPr>
              <a:t>줄다리기</a:t>
            </a:r>
            <a:endParaRPr lang="en-US" sz="2400" dirty="0"/>
          </a:p>
          <a:p>
            <a:pPr indent="0" marL="0">
              <a:buNone/>
            </a:pPr>
            <a:r>
              <a:rPr lang="en-US" sz="1500" dirty="0">
                <a:solidFill>
                  <a:srgbClr val="6E6E73"/>
                </a:solidFill>
                <a:latin typeface="Arial" pitchFamily="34" charset="0"/>
                <a:ea typeface="Arial" pitchFamily="34" charset="-122"/>
                <a:cs typeface="Arial" pitchFamily="34" charset="-120"/>
              </a:rPr>
              <a:t>Tug-of-war — a kids’ round and a parents’ round</a:t>
            </a:r>
            <a:endParaRPr lang="en-US"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6400800"/>
            <a:ext cx="6400800" cy="274320"/>
          </a:xfrm>
          <a:prstGeom prst="rect">
            <a:avLst/>
          </a:prstGeom>
          <a:noFill/>
          <a:ln/>
        </p:spPr>
        <p:txBody>
          <a:bodyPr wrap="square" lIns="0" tIns="0" rIns="0" bIns="0" rtlCol="0" anchor="ctr"/>
          <a:lstStyle/>
          <a:p>
            <a:pPr indent="0" marL="0">
              <a:buNone/>
            </a:pPr>
            <a:r>
              <a:rPr lang="en-US" sz="1000" dirty="0">
                <a:solidFill>
                  <a:srgbClr val="6E6E73"/>
                </a:solidFill>
                <a:latin typeface="Arial" pitchFamily="34" charset="0"/>
                <a:ea typeface="Arial" pitchFamily="34" charset="-122"/>
                <a:cs typeface="Arial" pitchFamily="34" charset="-120"/>
              </a:rPr>
              <a:t>북알라바마 한국학교 · 교사회의 2026.10.03</a:t>
            </a:r>
            <a:endParaRPr lang="en-US" sz="1000" dirty="0"/>
          </a:p>
        </p:txBody>
      </p:sp>
      <p:sp>
        <p:nvSpPr>
          <p:cNvPr id="3" name="Text 1"/>
          <p:cNvSpPr txBox="1"/>
          <p:nvPr/>
        </p:nvSpPr>
        <p:spPr>
          <a:xfrm>
            <a:off x="10591495" y="6400800"/>
            <a:ext cx="914400" cy="274320"/>
          </a:xfrm>
          <a:prstGeom prst="rect">
            <a:avLst/>
          </a:prstGeom>
          <a:noFill/>
          <a:ln/>
        </p:spPr>
        <p:txBody>
          <a:bodyPr wrap="square" lIns="0" tIns="0" rIns="0" bIns="0" rtlCol="0" anchor="ctr"/>
          <a:lstStyle/>
          <a:p>
            <a:pPr algn="r" indent="0" marL="0">
              <a:buNone/>
            </a:pPr>
            <a:r>
              <a:rPr lang="en-US" sz="1000" dirty="0">
                <a:solidFill>
                  <a:srgbClr val="6E6E73"/>
                </a:solidFill>
                <a:latin typeface="Arial" pitchFamily="34" charset="0"/>
                <a:ea typeface="Arial" pitchFamily="34" charset="-122"/>
                <a:cs typeface="Arial" pitchFamily="34" charset="-120"/>
              </a:rPr>
              <a:t>10</a:t>
            </a:r>
            <a:endParaRPr lang="en-US" sz="1000" dirty="0"/>
          </a:p>
        </p:txBody>
      </p:sp>
      <p:pic>
        <p:nvPicPr>
          <p:cNvPr id="5" name="Image 0" descr="logo-emblem.png">    </p:cNvPr>
          <p:cNvPicPr>
            <a:picLocks noChangeAspect="1"/>
          </p:cNvPicPr>
          <p:nvPr/>
        </p:nvPicPr>
        <p:blipFill>
          <a:blip r:embed="rId1"/>
          <a:stretch>
            <a:fillRect/>
          </a:stretch>
        </p:blipFill>
        <p:spPr>
          <a:xfrm>
            <a:off x="685800" y="548640"/>
            <a:ext cx="566928" cy="594360"/>
          </a:xfrm>
          <a:prstGeom prst="rect">
            <a:avLst/>
          </a:prstGeom>
        </p:spPr>
      </p:pic>
      <p:sp>
        <p:nvSpPr>
          <p:cNvPr id="6" name="Text 2"/>
          <p:cNvSpPr txBox="1"/>
          <p:nvPr/>
        </p:nvSpPr>
        <p:spPr>
          <a:xfrm>
            <a:off x="685800" y="2194560"/>
            <a:ext cx="10820095" cy="1097280"/>
          </a:xfrm>
          <a:prstGeom prst="rect">
            <a:avLst/>
          </a:prstGeom>
          <a:noFill/>
          <a:ln/>
        </p:spPr>
        <p:txBody>
          <a:bodyPr wrap="square" lIns="0" tIns="0" rIns="0" bIns="0" rtlCol="0" anchor="ctr"/>
          <a:lstStyle/>
          <a:p>
            <a:pPr indent="0" marL="0">
              <a:buNone/>
            </a:pPr>
            <a:r>
              <a:rPr lang="en-US" sz="5400" b="1" dirty="0">
                <a:solidFill>
                  <a:srgbClr val="1D1D1F"/>
                </a:solidFill>
                <a:latin typeface="Arial" pitchFamily="34" charset="0"/>
                <a:ea typeface="Arial" pitchFamily="34" charset="-122"/>
                <a:cs typeface="Arial" pitchFamily="34" charset="-120"/>
              </a:rPr>
              <a:t>함께 만들어요</a:t>
            </a:r>
            <a:endParaRPr lang="en-US" sz="5400" dirty="0"/>
          </a:p>
        </p:txBody>
      </p:sp>
      <p:sp>
        <p:nvSpPr>
          <p:cNvPr id="7" name="Text 3"/>
          <p:cNvSpPr txBox="1"/>
          <p:nvPr/>
        </p:nvSpPr>
        <p:spPr>
          <a:xfrm>
            <a:off x="685800" y="3383280"/>
            <a:ext cx="10820095" cy="548640"/>
          </a:xfrm>
          <a:prstGeom prst="rect">
            <a:avLst/>
          </a:prstGeom>
          <a:noFill/>
          <a:ln/>
        </p:spPr>
        <p:txBody>
          <a:bodyPr wrap="square" lIns="0" tIns="0" rIns="0" bIns="0" rtlCol="0" anchor="ctr"/>
          <a:lstStyle/>
          <a:p>
            <a:pPr indent="0" marL="0">
              <a:buNone/>
            </a:pPr>
            <a:r>
              <a:rPr lang="en-US" sz="2400" b="1" dirty="0">
                <a:solidFill>
                  <a:srgbClr val="D23C4C"/>
                </a:solidFill>
                <a:latin typeface="Arial" pitchFamily="34" charset="0"/>
                <a:ea typeface="Arial" pitchFamily="34" charset="-122"/>
                <a:cs typeface="Arial" pitchFamily="34" charset="-120"/>
              </a:rPr>
              <a:t>한 분이 한 가지씩 — 오늘 이 자리에서 신청해 주세요</a:t>
            </a:r>
            <a:endParaRPr lang="en-US" sz="2400" dirty="0"/>
          </a:p>
        </p:txBody>
      </p:sp>
      <p:sp>
        <p:nvSpPr>
          <p:cNvPr id="8" name="Text 4"/>
          <p:cNvSpPr txBox="1"/>
          <p:nvPr/>
        </p:nvSpPr>
        <p:spPr>
          <a:xfrm>
            <a:off x="685800" y="4023360"/>
            <a:ext cx="10820095" cy="548640"/>
          </a:xfrm>
          <a:prstGeom prst="rect">
            <a:avLst/>
          </a:prstGeom>
          <a:noFill/>
          <a:ln/>
        </p:spPr>
        <p:txBody>
          <a:bodyPr wrap="square" lIns="0" tIns="0" rIns="0" bIns="0" rtlCol="0" anchor="ctr"/>
          <a:lstStyle/>
          <a:p>
            <a:pPr indent="0" marL="0">
              <a:buNone/>
            </a:pPr>
            <a:r>
              <a:rPr lang="en-US" sz="1800" dirty="0">
                <a:solidFill>
                  <a:srgbClr val="6E6E73"/>
                </a:solidFill>
                <a:latin typeface="Arial" pitchFamily="34" charset="0"/>
                <a:ea typeface="Arial" pitchFamily="34" charset="-122"/>
                <a:cs typeface="Arial" pitchFamily="34" charset="-120"/>
              </a:rPr>
              <a:t>Volunteer sign-up — one role per teacher, signed today.</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6400800"/>
            <a:ext cx="6400800" cy="274320"/>
          </a:xfrm>
          <a:prstGeom prst="rect">
            <a:avLst/>
          </a:prstGeom>
          <a:noFill/>
          <a:ln/>
        </p:spPr>
        <p:txBody>
          <a:bodyPr wrap="square" lIns="0" tIns="0" rIns="0" bIns="0" rtlCol="0" anchor="ctr"/>
          <a:lstStyle/>
          <a:p>
            <a:pPr indent="0" marL="0">
              <a:buNone/>
            </a:pPr>
            <a:r>
              <a:rPr lang="en-US" sz="1000" dirty="0">
                <a:solidFill>
                  <a:srgbClr val="6E6E73"/>
                </a:solidFill>
                <a:latin typeface="Arial" pitchFamily="34" charset="0"/>
                <a:ea typeface="Arial" pitchFamily="34" charset="-122"/>
                <a:cs typeface="Arial" pitchFamily="34" charset="-120"/>
              </a:rPr>
              <a:t>북알라바마 한국학교 · 교사회의 2026.10.03</a:t>
            </a:r>
            <a:endParaRPr lang="en-US" sz="1000" dirty="0"/>
          </a:p>
        </p:txBody>
      </p:sp>
      <p:sp>
        <p:nvSpPr>
          <p:cNvPr id="3" name="Text 1"/>
          <p:cNvSpPr txBox="1"/>
          <p:nvPr/>
        </p:nvSpPr>
        <p:spPr>
          <a:xfrm>
            <a:off x="10591495" y="6400800"/>
            <a:ext cx="914400" cy="274320"/>
          </a:xfrm>
          <a:prstGeom prst="rect">
            <a:avLst/>
          </a:prstGeom>
          <a:noFill/>
          <a:ln/>
        </p:spPr>
        <p:txBody>
          <a:bodyPr wrap="square" lIns="0" tIns="0" rIns="0" bIns="0" rtlCol="0" anchor="ctr"/>
          <a:lstStyle/>
          <a:p>
            <a:pPr algn="r" indent="0" marL="0">
              <a:buNone/>
            </a:pPr>
            <a:r>
              <a:rPr lang="en-US" sz="1000" dirty="0">
                <a:solidFill>
                  <a:srgbClr val="6E6E73"/>
                </a:solidFill>
                <a:latin typeface="Arial" pitchFamily="34" charset="0"/>
                <a:ea typeface="Arial" pitchFamily="34" charset="-122"/>
                <a:cs typeface="Arial" pitchFamily="34" charset="-120"/>
              </a:rPr>
              <a:t>11</a:t>
            </a:r>
            <a:endParaRPr lang="en-US" sz="1000" dirty="0"/>
          </a:p>
        </p:txBody>
      </p:sp>
      <p:sp>
        <p:nvSpPr>
          <p:cNvPr id="5" name="Shape 2"/>
          <p:cNvSpPr/>
          <p:nvPr/>
        </p:nvSpPr>
        <p:spPr>
          <a:xfrm>
            <a:off x="685800" y="731520"/>
            <a:ext cx="182880" cy="182880"/>
          </a:xfrm>
          <a:prstGeom prst="ellipse">
            <a:avLst/>
          </a:prstGeom>
          <a:solidFill>
            <a:srgbClr val="9BC23A"/>
          </a:solidFill>
          <a:ln w="12700">
            <a:solidFill>
              <a:srgbClr val="9BC23A"/>
            </a:solidFill>
            <a:prstDash val="solid"/>
          </a:ln>
        </p:spPr>
      </p:sp>
      <p:sp>
        <p:nvSpPr>
          <p:cNvPr id="6" name="Text 3"/>
          <p:cNvSpPr txBox="1"/>
          <p:nvPr/>
        </p:nvSpPr>
        <p:spPr>
          <a:xfrm>
            <a:off x="1051560" y="548640"/>
            <a:ext cx="10454335" cy="548640"/>
          </a:xfrm>
          <a:prstGeom prst="rect">
            <a:avLst/>
          </a:prstGeom>
          <a:noFill/>
          <a:ln/>
        </p:spPr>
        <p:txBody>
          <a:bodyPr wrap="square" lIns="0" tIns="0" rIns="0" bIns="0" rtlCol="0" anchor="ctr"/>
          <a:lstStyle/>
          <a:p>
            <a:pPr indent="0" marL="0">
              <a:buNone/>
            </a:pPr>
            <a:r>
              <a:rPr lang="en-US" sz="3200" b="1" dirty="0">
                <a:solidFill>
                  <a:srgbClr val="1D1D1F"/>
                </a:solidFill>
                <a:latin typeface="Arial" pitchFamily="34" charset="0"/>
                <a:ea typeface="Arial" pitchFamily="34" charset="-122"/>
                <a:cs typeface="Arial" pitchFamily="34" charset="-120"/>
              </a:rPr>
              <a:t>역할 ① 꼭 필요한 일곱 가지</a:t>
            </a:r>
            <a:pPr indent="0" marL="0">
              <a:buNone/>
            </a:pPr>
            <a:r>
              <a:rPr lang="en-US" sz="1800" dirty="0">
                <a:solidFill>
                  <a:srgbClr val="6E6E73"/>
                </a:solidFill>
                <a:latin typeface="Arial" pitchFamily="34" charset="0"/>
                <a:ea typeface="Arial" pitchFamily="34" charset="-122"/>
                <a:cs typeface="Arial" pitchFamily="34" charset="-120"/>
              </a:rPr>
              <a:t>   Core roles</a:t>
            </a:r>
            <a:endParaRPr lang="en-US" sz="3200" dirty="0"/>
          </a:p>
        </p:txBody>
      </p:sp>
      <p:sp>
        <p:nvSpPr>
          <p:cNvPr id="7" name="Text 4"/>
          <p:cNvSpPr txBox="1"/>
          <p:nvPr/>
        </p:nvSpPr>
        <p:spPr>
          <a:xfrm>
            <a:off x="685800" y="1371600"/>
            <a:ext cx="640080" cy="585216"/>
          </a:xfrm>
          <a:prstGeom prst="rect">
            <a:avLst/>
          </a:prstGeom>
          <a:noFill/>
          <a:ln/>
        </p:spPr>
        <p:txBody>
          <a:bodyPr wrap="square" lIns="0" tIns="0" rIns="0" bIns="0" rtlCol="0" anchor="ctr"/>
          <a:lstStyle/>
          <a:p>
            <a:pPr indent="0" marL="0">
              <a:buNone/>
            </a:pPr>
            <a:r>
              <a:rPr lang="en-US" sz="2000" b="1" dirty="0">
                <a:solidFill>
                  <a:srgbClr val="D23C4C"/>
                </a:solidFill>
                <a:latin typeface="Arial" pitchFamily="34" charset="0"/>
                <a:ea typeface="Arial" pitchFamily="34" charset="-122"/>
                <a:cs typeface="Arial" pitchFamily="34" charset="-120"/>
              </a:rPr>
              <a:t>01</a:t>
            </a:r>
            <a:endParaRPr lang="en-US" sz="2000" dirty="0"/>
          </a:p>
        </p:txBody>
      </p:sp>
      <p:sp>
        <p:nvSpPr>
          <p:cNvPr id="8" name="Text 5"/>
          <p:cNvSpPr txBox="1"/>
          <p:nvPr/>
        </p:nvSpPr>
        <p:spPr>
          <a:xfrm>
            <a:off x="1417320" y="1371600"/>
            <a:ext cx="3291840" cy="585216"/>
          </a:xfrm>
          <a:prstGeom prst="rect">
            <a:avLst/>
          </a:prstGeom>
          <a:noFill/>
          <a:ln/>
        </p:spPr>
        <p:txBody>
          <a:bodyPr wrap="square" lIns="0" tIns="0" rIns="0" bIns="0" rtlCol="0" anchor="ctr"/>
          <a:lstStyle/>
          <a:p>
            <a:pPr indent="0" marL="0">
              <a:buNone/>
            </a:pPr>
            <a:r>
              <a:rPr lang="en-US" sz="2000" b="1" dirty="0">
                <a:solidFill>
                  <a:srgbClr val="1D1D1F"/>
                </a:solidFill>
                <a:latin typeface="Arial" pitchFamily="34" charset="0"/>
                <a:ea typeface="Arial" pitchFamily="34" charset="-122"/>
                <a:cs typeface="Arial" pitchFamily="34" charset="-120"/>
              </a:rPr>
              <a:t>장식</a:t>
            </a:r>
            <a:endParaRPr lang="en-US" sz="2000" dirty="0"/>
          </a:p>
          <a:p>
            <a:pPr indent="0" marL="0">
              <a:buNone/>
            </a:pPr>
            <a:r>
              <a:rPr lang="en-US" sz="1200" dirty="0">
                <a:solidFill>
                  <a:srgbClr val="6E6E73"/>
                </a:solidFill>
                <a:latin typeface="Arial" pitchFamily="34" charset="0"/>
                <a:ea typeface="Arial" pitchFamily="34" charset="-122"/>
                <a:cs typeface="Arial" pitchFamily="34" charset="-120"/>
              </a:rPr>
              <a:t>Decorating</a:t>
            </a:r>
            <a:endParaRPr lang="en-US" sz="2000" dirty="0"/>
          </a:p>
        </p:txBody>
      </p:sp>
      <p:sp>
        <p:nvSpPr>
          <p:cNvPr id="9" name="Text 6"/>
          <p:cNvSpPr txBox="1"/>
          <p:nvPr/>
        </p:nvSpPr>
        <p:spPr>
          <a:xfrm>
            <a:off x="4892040" y="1371600"/>
            <a:ext cx="5303520" cy="585216"/>
          </a:xfrm>
          <a:prstGeom prst="rect">
            <a:avLst/>
          </a:prstGeom>
          <a:noFill/>
          <a:ln/>
        </p:spPr>
        <p:txBody>
          <a:bodyPr wrap="square" lIns="0" tIns="0" rIns="0" bIns="0" rtlCol="0" anchor="ctr"/>
          <a:lstStyle/>
          <a:p>
            <a:pPr indent="0" marL="0">
              <a:buNone/>
            </a:pPr>
            <a:r>
              <a:rPr lang="en-US" sz="1600" dirty="0">
                <a:solidFill>
                  <a:srgbClr val="1D1D1F"/>
                </a:solidFill>
                <a:latin typeface="Arial" pitchFamily="34" charset="0"/>
                <a:ea typeface="Arial" pitchFamily="34" charset="-122"/>
                <a:cs typeface="Arial" pitchFamily="34" charset="-120"/>
              </a:rPr>
              <a:t>풍선 · 학교 배너 · 팀 깃발</a:t>
            </a:r>
            <a:endParaRPr lang="en-US" sz="1600" dirty="0"/>
          </a:p>
        </p:txBody>
      </p:sp>
      <p:sp>
        <p:nvSpPr>
          <p:cNvPr id="10" name="Text 7"/>
          <p:cNvSpPr txBox="1"/>
          <p:nvPr/>
        </p:nvSpPr>
        <p:spPr>
          <a:xfrm>
            <a:off x="10317175" y="1371600"/>
            <a:ext cx="1188720" cy="585216"/>
          </a:xfrm>
          <a:prstGeom prst="rect">
            <a:avLst/>
          </a:prstGeom>
          <a:noFill/>
          <a:ln/>
        </p:spPr>
        <p:txBody>
          <a:bodyPr wrap="square" lIns="0" tIns="0" rIns="0" bIns="0" rtlCol="0" anchor="ctr"/>
          <a:lstStyle/>
          <a:p>
            <a:pPr algn="r" indent="0" marL="0">
              <a:buNone/>
            </a:pPr>
            <a:r>
              <a:rPr lang="en-US" sz="1800" b="1" dirty="0">
                <a:solidFill>
                  <a:srgbClr val="1F4788"/>
                </a:solidFill>
                <a:latin typeface="Arial" pitchFamily="34" charset="0"/>
                <a:ea typeface="Arial" pitchFamily="34" charset="-122"/>
                <a:cs typeface="Arial" pitchFamily="34" charset="-120"/>
              </a:rPr>
              <a:t>2명</a:t>
            </a:r>
            <a:endParaRPr lang="en-US" sz="1800" dirty="0"/>
          </a:p>
        </p:txBody>
      </p:sp>
      <p:sp>
        <p:nvSpPr>
          <p:cNvPr id="11" name="Shape 8"/>
          <p:cNvSpPr/>
          <p:nvPr/>
        </p:nvSpPr>
        <p:spPr>
          <a:xfrm>
            <a:off x="685800" y="1993392"/>
            <a:ext cx="10820095" cy="0"/>
          </a:xfrm>
          <a:prstGeom prst="line">
            <a:avLst/>
          </a:prstGeom>
          <a:noFill/>
          <a:ln w="9525">
            <a:solidFill>
              <a:srgbClr val="E3E3E6"/>
            </a:solidFill>
            <a:prstDash val="solid"/>
          </a:ln>
        </p:spPr>
      </p:sp>
      <p:sp>
        <p:nvSpPr>
          <p:cNvPr id="12" name="Text 9"/>
          <p:cNvSpPr txBox="1"/>
          <p:nvPr/>
        </p:nvSpPr>
        <p:spPr>
          <a:xfrm>
            <a:off x="685800" y="2029968"/>
            <a:ext cx="640080" cy="585216"/>
          </a:xfrm>
          <a:prstGeom prst="rect">
            <a:avLst/>
          </a:prstGeom>
          <a:noFill/>
          <a:ln/>
        </p:spPr>
        <p:txBody>
          <a:bodyPr wrap="square" lIns="0" tIns="0" rIns="0" bIns="0" rtlCol="0" anchor="ctr"/>
          <a:lstStyle/>
          <a:p>
            <a:pPr indent="0" marL="0">
              <a:buNone/>
            </a:pPr>
            <a:r>
              <a:rPr lang="en-US" sz="2000" b="1" dirty="0">
                <a:solidFill>
                  <a:srgbClr val="D23C4C"/>
                </a:solidFill>
                <a:latin typeface="Arial" pitchFamily="34" charset="0"/>
                <a:ea typeface="Arial" pitchFamily="34" charset="-122"/>
                <a:cs typeface="Arial" pitchFamily="34" charset="-120"/>
              </a:rPr>
              <a:t>02</a:t>
            </a:r>
            <a:endParaRPr lang="en-US" sz="2000" dirty="0"/>
          </a:p>
        </p:txBody>
      </p:sp>
      <p:sp>
        <p:nvSpPr>
          <p:cNvPr id="13" name="Text 10"/>
          <p:cNvSpPr txBox="1"/>
          <p:nvPr/>
        </p:nvSpPr>
        <p:spPr>
          <a:xfrm>
            <a:off x="1417320" y="2029968"/>
            <a:ext cx="3291840" cy="585216"/>
          </a:xfrm>
          <a:prstGeom prst="rect">
            <a:avLst/>
          </a:prstGeom>
          <a:noFill/>
          <a:ln/>
        </p:spPr>
        <p:txBody>
          <a:bodyPr wrap="square" lIns="0" tIns="0" rIns="0" bIns="0" rtlCol="0" anchor="ctr"/>
          <a:lstStyle/>
          <a:p>
            <a:pPr indent="0" marL="0">
              <a:buNone/>
            </a:pPr>
            <a:r>
              <a:rPr lang="en-US" sz="2000" b="1" dirty="0">
                <a:solidFill>
                  <a:srgbClr val="1D1D1F"/>
                </a:solidFill>
                <a:latin typeface="Arial" pitchFamily="34" charset="0"/>
                <a:ea typeface="Arial" pitchFamily="34" charset="-122"/>
                <a:cs typeface="Arial" pitchFamily="34" charset="-120"/>
              </a:rPr>
              <a:t>음향 · 마이크</a:t>
            </a:r>
            <a:endParaRPr lang="en-US" sz="2000" dirty="0"/>
          </a:p>
          <a:p>
            <a:pPr indent="0" marL="0">
              <a:buNone/>
            </a:pPr>
            <a:r>
              <a:rPr lang="en-US" sz="1200" dirty="0">
                <a:solidFill>
                  <a:srgbClr val="6E6E73"/>
                </a:solidFill>
                <a:latin typeface="Arial" pitchFamily="34" charset="0"/>
                <a:ea typeface="Arial" pitchFamily="34" charset="-122"/>
                <a:cs typeface="Arial" pitchFamily="34" charset="-120"/>
              </a:rPr>
              <a:t>Sound &amp; mic</a:t>
            </a:r>
            <a:endParaRPr lang="en-US" sz="2000" dirty="0"/>
          </a:p>
        </p:txBody>
      </p:sp>
      <p:sp>
        <p:nvSpPr>
          <p:cNvPr id="14" name="Text 11"/>
          <p:cNvSpPr txBox="1"/>
          <p:nvPr/>
        </p:nvSpPr>
        <p:spPr>
          <a:xfrm>
            <a:off x="4892040" y="2029968"/>
            <a:ext cx="5303520" cy="585216"/>
          </a:xfrm>
          <a:prstGeom prst="rect">
            <a:avLst/>
          </a:prstGeom>
          <a:noFill/>
          <a:ln/>
        </p:spPr>
        <p:txBody>
          <a:bodyPr wrap="square" lIns="0" tIns="0" rIns="0" bIns="0" rtlCol="0" anchor="ctr"/>
          <a:lstStyle/>
          <a:p>
            <a:pPr indent="0" marL="0">
              <a:buNone/>
            </a:pPr>
            <a:r>
              <a:rPr lang="en-US" sz="1600" dirty="0">
                <a:solidFill>
                  <a:srgbClr val="1D1D1F"/>
                </a:solidFill>
                <a:latin typeface="Arial" pitchFamily="34" charset="0"/>
                <a:ea typeface="Arial" pitchFamily="34" charset="-122"/>
                <a:cs typeface="Arial" pitchFamily="34" charset="-120"/>
              </a:rPr>
              <a:t>스피커 · 마이크 설치, 음악 준비</a:t>
            </a:r>
            <a:endParaRPr lang="en-US" sz="1600" dirty="0"/>
          </a:p>
        </p:txBody>
      </p:sp>
      <p:sp>
        <p:nvSpPr>
          <p:cNvPr id="15" name="Text 12"/>
          <p:cNvSpPr txBox="1"/>
          <p:nvPr/>
        </p:nvSpPr>
        <p:spPr>
          <a:xfrm>
            <a:off x="10317175" y="2029968"/>
            <a:ext cx="1188720" cy="585216"/>
          </a:xfrm>
          <a:prstGeom prst="rect">
            <a:avLst/>
          </a:prstGeom>
          <a:noFill/>
          <a:ln/>
        </p:spPr>
        <p:txBody>
          <a:bodyPr wrap="square" lIns="0" tIns="0" rIns="0" bIns="0" rtlCol="0" anchor="ctr"/>
          <a:lstStyle/>
          <a:p>
            <a:pPr algn="r" indent="0" marL="0">
              <a:buNone/>
            </a:pPr>
            <a:r>
              <a:rPr lang="en-US" sz="1800" b="1" dirty="0">
                <a:solidFill>
                  <a:srgbClr val="1F4788"/>
                </a:solidFill>
                <a:latin typeface="Arial" pitchFamily="34" charset="0"/>
                <a:ea typeface="Arial" pitchFamily="34" charset="-122"/>
                <a:cs typeface="Arial" pitchFamily="34" charset="-120"/>
              </a:rPr>
              <a:t>1–2명</a:t>
            </a:r>
            <a:endParaRPr lang="en-US" sz="1800" dirty="0"/>
          </a:p>
        </p:txBody>
      </p:sp>
      <p:sp>
        <p:nvSpPr>
          <p:cNvPr id="16" name="Shape 13"/>
          <p:cNvSpPr/>
          <p:nvPr/>
        </p:nvSpPr>
        <p:spPr>
          <a:xfrm>
            <a:off x="685800" y="2651760"/>
            <a:ext cx="10820095" cy="0"/>
          </a:xfrm>
          <a:prstGeom prst="line">
            <a:avLst/>
          </a:prstGeom>
          <a:noFill/>
          <a:ln w="9525">
            <a:solidFill>
              <a:srgbClr val="E3E3E6"/>
            </a:solidFill>
            <a:prstDash val="solid"/>
          </a:ln>
        </p:spPr>
      </p:sp>
      <p:sp>
        <p:nvSpPr>
          <p:cNvPr id="17" name="Text 14"/>
          <p:cNvSpPr txBox="1"/>
          <p:nvPr/>
        </p:nvSpPr>
        <p:spPr>
          <a:xfrm>
            <a:off x="685800" y="2688336"/>
            <a:ext cx="640080" cy="585216"/>
          </a:xfrm>
          <a:prstGeom prst="rect">
            <a:avLst/>
          </a:prstGeom>
          <a:noFill/>
          <a:ln/>
        </p:spPr>
        <p:txBody>
          <a:bodyPr wrap="square" lIns="0" tIns="0" rIns="0" bIns="0" rtlCol="0" anchor="ctr"/>
          <a:lstStyle/>
          <a:p>
            <a:pPr indent="0" marL="0">
              <a:buNone/>
            </a:pPr>
            <a:r>
              <a:rPr lang="en-US" sz="2000" b="1" dirty="0">
                <a:solidFill>
                  <a:srgbClr val="D23C4C"/>
                </a:solidFill>
                <a:latin typeface="Arial" pitchFamily="34" charset="0"/>
                <a:ea typeface="Arial" pitchFamily="34" charset="-122"/>
                <a:cs typeface="Arial" pitchFamily="34" charset="-120"/>
              </a:rPr>
              <a:t>03</a:t>
            </a:r>
            <a:endParaRPr lang="en-US" sz="2000" dirty="0"/>
          </a:p>
        </p:txBody>
      </p:sp>
      <p:sp>
        <p:nvSpPr>
          <p:cNvPr id="18" name="Text 15"/>
          <p:cNvSpPr txBox="1"/>
          <p:nvPr/>
        </p:nvSpPr>
        <p:spPr>
          <a:xfrm>
            <a:off x="1417320" y="2688336"/>
            <a:ext cx="3291840" cy="585216"/>
          </a:xfrm>
          <a:prstGeom prst="rect">
            <a:avLst/>
          </a:prstGeom>
          <a:noFill/>
          <a:ln/>
        </p:spPr>
        <p:txBody>
          <a:bodyPr wrap="square" lIns="0" tIns="0" rIns="0" bIns="0" rtlCol="0" anchor="ctr"/>
          <a:lstStyle/>
          <a:p>
            <a:pPr indent="0" marL="0">
              <a:buNone/>
            </a:pPr>
            <a:r>
              <a:rPr lang="en-US" sz="2000" b="1" dirty="0">
                <a:solidFill>
                  <a:srgbClr val="1D1D1F"/>
                </a:solidFill>
                <a:latin typeface="Arial" pitchFamily="34" charset="0"/>
                <a:ea typeface="Arial" pitchFamily="34" charset="-122"/>
                <a:cs typeface="Arial" pitchFamily="34" charset="-120"/>
              </a:rPr>
              <a:t>PTA 음식 연락</a:t>
            </a:r>
            <a:endParaRPr lang="en-US" sz="2000" dirty="0"/>
          </a:p>
          <a:p>
            <a:pPr indent="0" marL="0">
              <a:buNone/>
            </a:pPr>
            <a:r>
              <a:rPr lang="en-US" sz="1200" dirty="0">
                <a:solidFill>
                  <a:srgbClr val="6E6E73"/>
                </a:solidFill>
                <a:latin typeface="Arial" pitchFamily="34" charset="0"/>
                <a:ea typeface="Arial" pitchFamily="34" charset="-122"/>
                <a:cs typeface="Arial" pitchFamily="34" charset="-120"/>
              </a:rPr>
              <a:t>PTA food liaison</a:t>
            </a:r>
            <a:endParaRPr lang="en-US" sz="2000" dirty="0"/>
          </a:p>
        </p:txBody>
      </p:sp>
      <p:sp>
        <p:nvSpPr>
          <p:cNvPr id="19" name="Text 16"/>
          <p:cNvSpPr txBox="1"/>
          <p:nvPr/>
        </p:nvSpPr>
        <p:spPr>
          <a:xfrm>
            <a:off x="4892040" y="2688336"/>
            <a:ext cx="5303520" cy="585216"/>
          </a:xfrm>
          <a:prstGeom prst="rect">
            <a:avLst/>
          </a:prstGeom>
          <a:noFill/>
          <a:ln/>
        </p:spPr>
        <p:txBody>
          <a:bodyPr wrap="square" lIns="0" tIns="0" rIns="0" bIns="0" rtlCol="0" anchor="ctr"/>
          <a:lstStyle/>
          <a:p>
            <a:pPr indent="0" marL="0">
              <a:buNone/>
            </a:pPr>
            <a:r>
              <a:rPr lang="en-US" sz="1600" dirty="0">
                <a:solidFill>
                  <a:srgbClr val="1D1D1F"/>
                </a:solidFill>
                <a:latin typeface="Arial" pitchFamily="34" charset="0"/>
                <a:ea typeface="Arial" pitchFamily="34" charset="-122"/>
                <a:cs typeface="Arial" pitchFamily="34" charset="-120"/>
              </a:rPr>
              <a:t>PTA와 메뉴 · 인원 확인 — 선생님 점심 포함</a:t>
            </a:r>
            <a:endParaRPr lang="en-US" sz="1600" dirty="0"/>
          </a:p>
        </p:txBody>
      </p:sp>
      <p:sp>
        <p:nvSpPr>
          <p:cNvPr id="20" name="Text 17"/>
          <p:cNvSpPr txBox="1"/>
          <p:nvPr/>
        </p:nvSpPr>
        <p:spPr>
          <a:xfrm>
            <a:off x="10317175" y="2688336"/>
            <a:ext cx="1188720" cy="585216"/>
          </a:xfrm>
          <a:prstGeom prst="rect">
            <a:avLst/>
          </a:prstGeom>
          <a:noFill/>
          <a:ln/>
        </p:spPr>
        <p:txBody>
          <a:bodyPr wrap="square" lIns="0" tIns="0" rIns="0" bIns="0" rtlCol="0" anchor="ctr"/>
          <a:lstStyle/>
          <a:p>
            <a:pPr algn="r" indent="0" marL="0">
              <a:buNone/>
            </a:pPr>
            <a:r>
              <a:rPr lang="en-US" sz="1800" b="1" dirty="0">
                <a:solidFill>
                  <a:srgbClr val="1F4788"/>
                </a:solidFill>
                <a:latin typeface="Arial" pitchFamily="34" charset="0"/>
                <a:ea typeface="Arial" pitchFamily="34" charset="-122"/>
                <a:cs typeface="Arial" pitchFamily="34" charset="-120"/>
              </a:rPr>
              <a:t>1명</a:t>
            </a:r>
            <a:endParaRPr lang="en-US" sz="1800" dirty="0"/>
          </a:p>
        </p:txBody>
      </p:sp>
      <p:sp>
        <p:nvSpPr>
          <p:cNvPr id="21" name="Shape 18"/>
          <p:cNvSpPr/>
          <p:nvPr/>
        </p:nvSpPr>
        <p:spPr>
          <a:xfrm>
            <a:off x="685800" y="3310128"/>
            <a:ext cx="10820095" cy="0"/>
          </a:xfrm>
          <a:prstGeom prst="line">
            <a:avLst/>
          </a:prstGeom>
          <a:noFill/>
          <a:ln w="9525">
            <a:solidFill>
              <a:srgbClr val="E3E3E6"/>
            </a:solidFill>
            <a:prstDash val="solid"/>
          </a:ln>
        </p:spPr>
      </p:sp>
      <p:sp>
        <p:nvSpPr>
          <p:cNvPr id="22" name="Text 19"/>
          <p:cNvSpPr txBox="1"/>
          <p:nvPr/>
        </p:nvSpPr>
        <p:spPr>
          <a:xfrm>
            <a:off x="685800" y="3346704"/>
            <a:ext cx="640080" cy="585216"/>
          </a:xfrm>
          <a:prstGeom prst="rect">
            <a:avLst/>
          </a:prstGeom>
          <a:noFill/>
          <a:ln/>
        </p:spPr>
        <p:txBody>
          <a:bodyPr wrap="square" lIns="0" tIns="0" rIns="0" bIns="0" rtlCol="0" anchor="ctr"/>
          <a:lstStyle/>
          <a:p>
            <a:pPr indent="0" marL="0">
              <a:buNone/>
            </a:pPr>
            <a:r>
              <a:rPr lang="en-US" sz="2000" b="1" dirty="0">
                <a:solidFill>
                  <a:srgbClr val="D23C4C"/>
                </a:solidFill>
                <a:latin typeface="Arial" pitchFamily="34" charset="0"/>
                <a:ea typeface="Arial" pitchFamily="34" charset="-122"/>
                <a:cs typeface="Arial" pitchFamily="34" charset="-120"/>
              </a:rPr>
              <a:t>04</a:t>
            </a:r>
            <a:endParaRPr lang="en-US" sz="2000" dirty="0"/>
          </a:p>
        </p:txBody>
      </p:sp>
      <p:sp>
        <p:nvSpPr>
          <p:cNvPr id="23" name="Text 20"/>
          <p:cNvSpPr txBox="1"/>
          <p:nvPr/>
        </p:nvSpPr>
        <p:spPr>
          <a:xfrm>
            <a:off x="1417320" y="3346704"/>
            <a:ext cx="3291840" cy="585216"/>
          </a:xfrm>
          <a:prstGeom prst="rect">
            <a:avLst/>
          </a:prstGeom>
          <a:noFill/>
          <a:ln/>
        </p:spPr>
        <p:txBody>
          <a:bodyPr wrap="square" lIns="0" tIns="0" rIns="0" bIns="0" rtlCol="0" anchor="ctr"/>
          <a:lstStyle/>
          <a:p>
            <a:pPr indent="0" marL="0">
              <a:buNone/>
            </a:pPr>
            <a:r>
              <a:rPr lang="en-US" sz="2000" b="1" dirty="0">
                <a:solidFill>
                  <a:srgbClr val="1D1D1F"/>
                </a:solidFill>
                <a:latin typeface="Arial" pitchFamily="34" charset="0"/>
                <a:ea typeface="Arial" pitchFamily="34" charset="-122"/>
                <a:cs typeface="Arial" pitchFamily="34" charset="-120"/>
              </a:rPr>
              <a:t>사회자</a:t>
            </a:r>
            <a:endParaRPr lang="en-US" sz="2000" dirty="0"/>
          </a:p>
          <a:p>
            <a:pPr indent="0" marL="0">
              <a:buNone/>
            </a:pPr>
            <a:r>
              <a:rPr lang="en-US" sz="1200" dirty="0">
                <a:solidFill>
                  <a:srgbClr val="6E6E73"/>
                </a:solidFill>
                <a:latin typeface="Arial" pitchFamily="34" charset="0"/>
                <a:ea typeface="Arial" pitchFamily="34" charset="-122"/>
                <a:cs typeface="Arial" pitchFamily="34" charset="-120"/>
              </a:rPr>
              <a:t>Announcer / MC</a:t>
            </a:r>
            <a:endParaRPr lang="en-US" sz="2000" dirty="0"/>
          </a:p>
        </p:txBody>
      </p:sp>
      <p:sp>
        <p:nvSpPr>
          <p:cNvPr id="24" name="Text 21"/>
          <p:cNvSpPr txBox="1"/>
          <p:nvPr/>
        </p:nvSpPr>
        <p:spPr>
          <a:xfrm>
            <a:off x="4892040" y="3346704"/>
            <a:ext cx="5303520" cy="585216"/>
          </a:xfrm>
          <a:prstGeom prst="rect">
            <a:avLst/>
          </a:prstGeom>
          <a:noFill/>
          <a:ln/>
        </p:spPr>
        <p:txBody>
          <a:bodyPr wrap="square" lIns="0" tIns="0" rIns="0" bIns="0" rtlCol="0" anchor="ctr"/>
          <a:lstStyle/>
          <a:p>
            <a:pPr indent="0" marL="0">
              <a:buNone/>
            </a:pPr>
            <a:r>
              <a:rPr lang="en-US" sz="1600" dirty="0">
                <a:solidFill>
                  <a:srgbClr val="1D1D1F"/>
                </a:solidFill>
                <a:latin typeface="Arial" pitchFamily="34" charset="0"/>
                <a:ea typeface="Arial" pitchFamily="34" charset="-122"/>
                <a:cs typeface="Arial" pitchFamily="34" charset="-120"/>
              </a:rPr>
              <a:t>경기 진행 · 안내 — 한국어 · 영어 2인 진행 추천</a:t>
            </a:r>
            <a:endParaRPr lang="en-US" sz="1600" dirty="0"/>
          </a:p>
        </p:txBody>
      </p:sp>
      <p:sp>
        <p:nvSpPr>
          <p:cNvPr id="25" name="Text 22"/>
          <p:cNvSpPr txBox="1"/>
          <p:nvPr/>
        </p:nvSpPr>
        <p:spPr>
          <a:xfrm>
            <a:off x="10317175" y="3346704"/>
            <a:ext cx="1188720" cy="585216"/>
          </a:xfrm>
          <a:prstGeom prst="rect">
            <a:avLst/>
          </a:prstGeom>
          <a:noFill/>
          <a:ln/>
        </p:spPr>
        <p:txBody>
          <a:bodyPr wrap="square" lIns="0" tIns="0" rIns="0" bIns="0" rtlCol="0" anchor="ctr"/>
          <a:lstStyle/>
          <a:p>
            <a:pPr algn="r" indent="0" marL="0">
              <a:buNone/>
            </a:pPr>
            <a:r>
              <a:rPr lang="en-US" sz="1800" b="1" dirty="0">
                <a:solidFill>
                  <a:srgbClr val="1F4788"/>
                </a:solidFill>
                <a:latin typeface="Arial" pitchFamily="34" charset="0"/>
                <a:ea typeface="Arial" pitchFamily="34" charset="-122"/>
                <a:cs typeface="Arial" pitchFamily="34" charset="-120"/>
              </a:rPr>
              <a:t>1–2명</a:t>
            </a:r>
            <a:endParaRPr lang="en-US" sz="1800" dirty="0"/>
          </a:p>
        </p:txBody>
      </p:sp>
      <p:sp>
        <p:nvSpPr>
          <p:cNvPr id="26" name="Shape 23"/>
          <p:cNvSpPr/>
          <p:nvPr/>
        </p:nvSpPr>
        <p:spPr>
          <a:xfrm>
            <a:off x="685800" y="3968496"/>
            <a:ext cx="10820095" cy="0"/>
          </a:xfrm>
          <a:prstGeom prst="line">
            <a:avLst/>
          </a:prstGeom>
          <a:noFill/>
          <a:ln w="9525">
            <a:solidFill>
              <a:srgbClr val="E3E3E6"/>
            </a:solidFill>
            <a:prstDash val="solid"/>
          </a:ln>
        </p:spPr>
      </p:sp>
      <p:sp>
        <p:nvSpPr>
          <p:cNvPr id="27" name="Text 24"/>
          <p:cNvSpPr txBox="1"/>
          <p:nvPr/>
        </p:nvSpPr>
        <p:spPr>
          <a:xfrm>
            <a:off x="685800" y="4005072"/>
            <a:ext cx="640080" cy="585216"/>
          </a:xfrm>
          <a:prstGeom prst="rect">
            <a:avLst/>
          </a:prstGeom>
          <a:noFill/>
          <a:ln/>
        </p:spPr>
        <p:txBody>
          <a:bodyPr wrap="square" lIns="0" tIns="0" rIns="0" bIns="0" rtlCol="0" anchor="ctr"/>
          <a:lstStyle/>
          <a:p>
            <a:pPr indent="0" marL="0">
              <a:buNone/>
            </a:pPr>
            <a:r>
              <a:rPr lang="en-US" sz="2000" b="1" dirty="0">
                <a:solidFill>
                  <a:srgbClr val="D23C4C"/>
                </a:solidFill>
                <a:latin typeface="Arial" pitchFamily="34" charset="0"/>
                <a:ea typeface="Arial" pitchFamily="34" charset="-122"/>
                <a:cs typeface="Arial" pitchFamily="34" charset="-120"/>
              </a:rPr>
              <a:t>05</a:t>
            </a:r>
            <a:endParaRPr lang="en-US" sz="2000" dirty="0"/>
          </a:p>
        </p:txBody>
      </p:sp>
      <p:sp>
        <p:nvSpPr>
          <p:cNvPr id="28" name="Text 25"/>
          <p:cNvSpPr txBox="1"/>
          <p:nvPr/>
        </p:nvSpPr>
        <p:spPr>
          <a:xfrm>
            <a:off x="1417320" y="4005072"/>
            <a:ext cx="3291840" cy="585216"/>
          </a:xfrm>
          <a:prstGeom prst="rect">
            <a:avLst/>
          </a:prstGeom>
          <a:noFill/>
          <a:ln/>
        </p:spPr>
        <p:txBody>
          <a:bodyPr wrap="square" lIns="0" tIns="0" rIns="0" bIns="0" rtlCol="0" anchor="ctr"/>
          <a:lstStyle/>
          <a:p>
            <a:pPr indent="0" marL="0">
              <a:buNone/>
            </a:pPr>
            <a:r>
              <a:rPr lang="en-US" sz="2000" b="1" dirty="0">
                <a:solidFill>
                  <a:srgbClr val="1D1D1F"/>
                </a:solidFill>
                <a:latin typeface="Arial" pitchFamily="34" charset="0"/>
                <a:ea typeface="Arial" pitchFamily="34" charset="-122"/>
                <a:cs typeface="Arial" pitchFamily="34" charset="-120"/>
              </a:rPr>
              <a:t>한국 체조 리더</a:t>
            </a:r>
            <a:endParaRPr lang="en-US" sz="2000" dirty="0"/>
          </a:p>
          <a:p>
            <a:pPr indent="0" marL="0">
              <a:buNone/>
            </a:pPr>
            <a:r>
              <a:rPr lang="en-US" sz="1200" dirty="0">
                <a:solidFill>
                  <a:srgbClr val="6E6E73"/>
                </a:solidFill>
                <a:latin typeface="Arial" pitchFamily="34" charset="0"/>
                <a:ea typeface="Arial" pitchFamily="34" charset="-122"/>
                <a:cs typeface="Arial" pitchFamily="34" charset="-120"/>
              </a:rPr>
              <a:t>Korean stretch leader</a:t>
            </a:r>
            <a:endParaRPr lang="en-US" sz="2000" dirty="0"/>
          </a:p>
        </p:txBody>
      </p:sp>
      <p:sp>
        <p:nvSpPr>
          <p:cNvPr id="29" name="Text 26"/>
          <p:cNvSpPr txBox="1"/>
          <p:nvPr/>
        </p:nvSpPr>
        <p:spPr>
          <a:xfrm>
            <a:off x="4892040" y="4005072"/>
            <a:ext cx="5303520" cy="585216"/>
          </a:xfrm>
          <a:prstGeom prst="rect">
            <a:avLst/>
          </a:prstGeom>
          <a:noFill/>
          <a:ln/>
        </p:spPr>
        <p:txBody>
          <a:bodyPr wrap="square" lIns="0" tIns="0" rIns="0" bIns="0" rtlCol="0" anchor="ctr"/>
          <a:lstStyle/>
          <a:p>
            <a:pPr indent="0" marL="0">
              <a:buNone/>
            </a:pPr>
            <a:r>
              <a:rPr lang="en-US" sz="1600" dirty="0">
                <a:solidFill>
                  <a:srgbClr val="1D1D1F"/>
                </a:solidFill>
                <a:latin typeface="Arial" pitchFamily="34" charset="0"/>
                <a:ea typeface="Arial" pitchFamily="34" charset="-122"/>
                <a:cs typeface="Arial" pitchFamily="34" charset="-120"/>
              </a:rPr>
              <a:t>개회 후 다 함께 체조 (국민체조 등)</a:t>
            </a:r>
            <a:endParaRPr lang="en-US" sz="1600" dirty="0"/>
          </a:p>
        </p:txBody>
      </p:sp>
      <p:sp>
        <p:nvSpPr>
          <p:cNvPr id="30" name="Text 27"/>
          <p:cNvSpPr txBox="1"/>
          <p:nvPr/>
        </p:nvSpPr>
        <p:spPr>
          <a:xfrm>
            <a:off x="10317175" y="4005072"/>
            <a:ext cx="1188720" cy="585216"/>
          </a:xfrm>
          <a:prstGeom prst="rect">
            <a:avLst/>
          </a:prstGeom>
          <a:noFill/>
          <a:ln/>
        </p:spPr>
        <p:txBody>
          <a:bodyPr wrap="square" lIns="0" tIns="0" rIns="0" bIns="0" rtlCol="0" anchor="ctr"/>
          <a:lstStyle/>
          <a:p>
            <a:pPr algn="r" indent="0" marL="0">
              <a:buNone/>
            </a:pPr>
            <a:r>
              <a:rPr lang="en-US" sz="1800" b="1" dirty="0">
                <a:solidFill>
                  <a:srgbClr val="1F4788"/>
                </a:solidFill>
                <a:latin typeface="Arial" pitchFamily="34" charset="0"/>
                <a:ea typeface="Arial" pitchFamily="34" charset="-122"/>
                <a:cs typeface="Arial" pitchFamily="34" charset="-120"/>
              </a:rPr>
              <a:t>1명</a:t>
            </a:r>
            <a:endParaRPr lang="en-US" sz="1800" dirty="0"/>
          </a:p>
        </p:txBody>
      </p:sp>
      <p:sp>
        <p:nvSpPr>
          <p:cNvPr id="31" name="Shape 28"/>
          <p:cNvSpPr/>
          <p:nvPr/>
        </p:nvSpPr>
        <p:spPr>
          <a:xfrm>
            <a:off x="685800" y="4626864"/>
            <a:ext cx="10820095" cy="0"/>
          </a:xfrm>
          <a:prstGeom prst="line">
            <a:avLst/>
          </a:prstGeom>
          <a:noFill/>
          <a:ln w="9525">
            <a:solidFill>
              <a:srgbClr val="E3E3E6"/>
            </a:solidFill>
            <a:prstDash val="solid"/>
          </a:ln>
        </p:spPr>
      </p:sp>
      <p:sp>
        <p:nvSpPr>
          <p:cNvPr id="32" name="Text 29"/>
          <p:cNvSpPr txBox="1"/>
          <p:nvPr/>
        </p:nvSpPr>
        <p:spPr>
          <a:xfrm>
            <a:off x="685800" y="4663440"/>
            <a:ext cx="640080" cy="585216"/>
          </a:xfrm>
          <a:prstGeom prst="rect">
            <a:avLst/>
          </a:prstGeom>
          <a:noFill/>
          <a:ln/>
        </p:spPr>
        <p:txBody>
          <a:bodyPr wrap="square" lIns="0" tIns="0" rIns="0" bIns="0" rtlCol="0" anchor="ctr"/>
          <a:lstStyle/>
          <a:p>
            <a:pPr indent="0" marL="0">
              <a:buNone/>
            </a:pPr>
            <a:r>
              <a:rPr lang="en-US" sz="2000" b="1" dirty="0">
                <a:solidFill>
                  <a:srgbClr val="D23C4C"/>
                </a:solidFill>
                <a:latin typeface="Arial" pitchFamily="34" charset="0"/>
                <a:ea typeface="Arial" pitchFamily="34" charset="-122"/>
                <a:cs typeface="Arial" pitchFamily="34" charset="-120"/>
              </a:rPr>
              <a:t>06</a:t>
            </a:r>
            <a:endParaRPr lang="en-US" sz="2000" dirty="0"/>
          </a:p>
        </p:txBody>
      </p:sp>
      <p:sp>
        <p:nvSpPr>
          <p:cNvPr id="33" name="Text 30"/>
          <p:cNvSpPr txBox="1"/>
          <p:nvPr/>
        </p:nvSpPr>
        <p:spPr>
          <a:xfrm>
            <a:off x="1417320" y="4663440"/>
            <a:ext cx="3291840" cy="585216"/>
          </a:xfrm>
          <a:prstGeom prst="rect">
            <a:avLst/>
          </a:prstGeom>
          <a:noFill/>
          <a:ln/>
        </p:spPr>
        <p:txBody>
          <a:bodyPr wrap="square" lIns="0" tIns="0" rIns="0" bIns="0" rtlCol="0" anchor="ctr"/>
          <a:lstStyle/>
          <a:p>
            <a:pPr indent="0" marL="0">
              <a:buNone/>
            </a:pPr>
            <a:r>
              <a:rPr lang="en-US" sz="2000" b="1" dirty="0">
                <a:solidFill>
                  <a:srgbClr val="1D1D1F"/>
                </a:solidFill>
                <a:latin typeface="Arial" pitchFamily="34" charset="0"/>
                <a:ea typeface="Arial" pitchFamily="34" charset="-122"/>
                <a:cs typeface="Arial" pitchFamily="34" charset="-120"/>
              </a:rPr>
              <a:t>점수판</a:t>
            </a:r>
            <a:endParaRPr lang="en-US" sz="2000" dirty="0"/>
          </a:p>
          <a:p>
            <a:pPr indent="0" marL="0">
              <a:buNone/>
            </a:pPr>
            <a:r>
              <a:rPr lang="en-US" sz="1200" dirty="0">
                <a:solidFill>
                  <a:srgbClr val="6E6E73"/>
                </a:solidFill>
                <a:latin typeface="Arial" pitchFamily="34" charset="0"/>
                <a:ea typeface="Arial" pitchFamily="34" charset="-122"/>
                <a:cs typeface="Arial" pitchFamily="34" charset="-120"/>
              </a:rPr>
              <a:t>Scoreboard</a:t>
            </a:r>
            <a:endParaRPr lang="en-US" sz="2000" dirty="0"/>
          </a:p>
        </p:txBody>
      </p:sp>
      <p:sp>
        <p:nvSpPr>
          <p:cNvPr id="34" name="Text 31"/>
          <p:cNvSpPr txBox="1"/>
          <p:nvPr/>
        </p:nvSpPr>
        <p:spPr>
          <a:xfrm>
            <a:off x="4892040" y="4663440"/>
            <a:ext cx="5303520" cy="585216"/>
          </a:xfrm>
          <a:prstGeom prst="rect">
            <a:avLst/>
          </a:prstGeom>
          <a:noFill/>
          <a:ln/>
        </p:spPr>
        <p:txBody>
          <a:bodyPr wrap="square" lIns="0" tIns="0" rIns="0" bIns="0" rtlCol="0" anchor="ctr"/>
          <a:lstStyle/>
          <a:p>
            <a:pPr indent="0" marL="0">
              <a:buNone/>
            </a:pPr>
            <a:r>
              <a:rPr lang="en-US" sz="1600" dirty="0">
                <a:solidFill>
                  <a:srgbClr val="1D1D1F"/>
                </a:solidFill>
                <a:latin typeface="Arial" pitchFamily="34" charset="0"/>
                <a:ea typeface="Arial" pitchFamily="34" charset="-122"/>
                <a:cs typeface="Arial" pitchFamily="34" charset="-120"/>
              </a:rPr>
              <a:t>경기마다 청팀 · 백팀 점수 기록 · 발표</a:t>
            </a:r>
            <a:endParaRPr lang="en-US" sz="1600" dirty="0"/>
          </a:p>
        </p:txBody>
      </p:sp>
      <p:sp>
        <p:nvSpPr>
          <p:cNvPr id="35" name="Text 32"/>
          <p:cNvSpPr txBox="1"/>
          <p:nvPr/>
        </p:nvSpPr>
        <p:spPr>
          <a:xfrm>
            <a:off x="10317175" y="4663440"/>
            <a:ext cx="1188720" cy="585216"/>
          </a:xfrm>
          <a:prstGeom prst="rect">
            <a:avLst/>
          </a:prstGeom>
          <a:noFill/>
          <a:ln/>
        </p:spPr>
        <p:txBody>
          <a:bodyPr wrap="square" lIns="0" tIns="0" rIns="0" bIns="0" rtlCol="0" anchor="ctr"/>
          <a:lstStyle/>
          <a:p>
            <a:pPr algn="r" indent="0" marL="0">
              <a:buNone/>
            </a:pPr>
            <a:r>
              <a:rPr lang="en-US" sz="1800" b="1" dirty="0">
                <a:solidFill>
                  <a:srgbClr val="1F4788"/>
                </a:solidFill>
                <a:latin typeface="Arial" pitchFamily="34" charset="0"/>
                <a:ea typeface="Arial" pitchFamily="34" charset="-122"/>
                <a:cs typeface="Arial" pitchFamily="34" charset="-120"/>
              </a:rPr>
              <a:t>1명</a:t>
            </a:r>
            <a:endParaRPr lang="en-US" sz="1800" dirty="0"/>
          </a:p>
        </p:txBody>
      </p:sp>
      <p:sp>
        <p:nvSpPr>
          <p:cNvPr id="36" name="Shape 33"/>
          <p:cNvSpPr/>
          <p:nvPr/>
        </p:nvSpPr>
        <p:spPr>
          <a:xfrm>
            <a:off x="685800" y="5285232"/>
            <a:ext cx="10820095" cy="0"/>
          </a:xfrm>
          <a:prstGeom prst="line">
            <a:avLst/>
          </a:prstGeom>
          <a:noFill/>
          <a:ln w="9525">
            <a:solidFill>
              <a:srgbClr val="E3E3E6"/>
            </a:solidFill>
            <a:prstDash val="solid"/>
          </a:ln>
        </p:spPr>
      </p:sp>
      <p:sp>
        <p:nvSpPr>
          <p:cNvPr id="37" name="Text 34"/>
          <p:cNvSpPr txBox="1"/>
          <p:nvPr/>
        </p:nvSpPr>
        <p:spPr>
          <a:xfrm>
            <a:off x="685800" y="5321808"/>
            <a:ext cx="640080" cy="585216"/>
          </a:xfrm>
          <a:prstGeom prst="rect">
            <a:avLst/>
          </a:prstGeom>
          <a:noFill/>
          <a:ln/>
        </p:spPr>
        <p:txBody>
          <a:bodyPr wrap="square" lIns="0" tIns="0" rIns="0" bIns="0" rtlCol="0" anchor="ctr"/>
          <a:lstStyle/>
          <a:p>
            <a:pPr indent="0" marL="0">
              <a:buNone/>
            </a:pPr>
            <a:r>
              <a:rPr lang="en-US" sz="2000" b="1" dirty="0">
                <a:solidFill>
                  <a:srgbClr val="D23C4C"/>
                </a:solidFill>
                <a:latin typeface="Arial" pitchFamily="34" charset="0"/>
                <a:ea typeface="Arial" pitchFamily="34" charset="-122"/>
                <a:cs typeface="Arial" pitchFamily="34" charset="-120"/>
              </a:rPr>
              <a:t>07</a:t>
            </a:r>
            <a:endParaRPr lang="en-US" sz="2000" dirty="0"/>
          </a:p>
        </p:txBody>
      </p:sp>
      <p:sp>
        <p:nvSpPr>
          <p:cNvPr id="38" name="Text 35"/>
          <p:cNvSpPr txBox="1"/>
          <p:nvPr/>
        </p:nvSpPr>
        <p:spPr>
          <a:xfrm>
            <a:off x="1417320" y="5321808"/>
            <a:ext cx="3291840" cy="585216"/>
          </a:xfrm>
          <a:prstGeom prst="rect">
            <a:avLst/>
          </a:prstGeom>
          <a:noFill/>
          <a:ln/>
        </p:spPr>
        <p:txBody>
          <a:bodyPr wrap="square" lIns="0" tIns="0" rIns="0" bIns="0" rtlCol="0" anchor="ctr"/>
          <a:lstStyle/>
          <a:p>
            <a:pPr indent="0" marL="0">
              <a:buNone/>
            </a:pPr>
            <a:r>
              <a:rPr lang="en-US" sz="2000" b="1" dirty="0">
                <a:solidFill>
                  <a:srgbClr val="1D1D1F"/>
                </a:solidFill>
                <a:latin typeface="Arial" pitchFamily="34" charset="0"/>
                <a:ea typeface="Arial" pitchFamily="34" charset="-122"/>
                <a:cs typeface="Arial" pitchFamily="34" charset="-120"/>
              </a:rPr>
              <a:t>정리팀 리더</a:t>
            </a:r>
            <a:endParaRPr lang="en-US" sz="2000" dirty="0"/>
          </a:p>
          <a:p>
            <a:pPr indent="0" marL="0">
              <a:buNone/>
            </a:pPr>
            <a:r>
              <a:rPr lang="en-US" sz="1200" dirty="0">
                <a:solidFill>
                  <a:srgbClr val="6E6E73"/>
                </a:solidFill>
                <a:latin typeface="Arial" pitchFamily="34" charset="0"/>
                <a:ea typeface="Arial" pitchFamily="34" charset="-122"/>
                <a:cs typeface="Arial" pitchFamily="34" charset="-120"/>
              </a:rPr>
              <a:t>Clean-up leads</a:t>
            </a:r>
            <a:endParaRPr lang="en-US" sz="2000" dirty="0"/>
          </a:p>
        </p:txBody>
      </p:sp>
      <p:sp>
        <p:nvSpPr>
          <p:cNvPr id="39" name="Text 36"/>
          <p:cNvSpPr txBox="1"/>
          <p:nvPr/>
        </p:nvSpPr>
        <p:spPr>
          <a:xfrm>
            <a:off x="4892040" y="5321808"/>
            <a:ext cx="5303520" cy="585216"/>
          </a:xfrm>
          <a:prstGeom prst="rect">
            <a:avLst/>
          </a:prstGeom>
          <a:noFill/>
          <a:ln/>
        </p:spPr>
        <p:txBody>
          <a:bodyPr wrap="square" lIns="0" tIns="0" rIns="0" bIns="0" rtlCol="0" anchor="ctr"/>
          <a:lstStyle/>
          <a:p>
            <a:pPr indent="0" marL="0">
              <a:buNone/>
            </a:pPr>
            <a:r>
              <a:rPr lang="en-US" sz="1600" dirty="0">
                <a:solidFill>
                  <a:srgbClr val="1D1D1F"/>
                </a:solidFill>
                <a:latin typeface="Arial" pitchFamily="34" charset="0"/>
                <a:ea typeface="Arial" pitchFamily="34" charset="-122"/>
                <a:cs typeface="Arial" pitchFamily="34" charset="-120"/>
              </a:rPr>
              <a:t>쓰레기 · 장비 정리 지휘 — 마지막엔 모두 함께</a:t>
            </a:r>
            <a:endParaRPr lang="en-US" sz="1600" dirty="0"/>
          </a:p>
        </p:txBody>
      </p:sp>
      <p:sp>
        <p:nvSpPr>
          <p:cNvPr id="40" name="Text 37"/>
          <p:cNvSpPr txBox="1"/>
          <p:nvPr/>
        </p:nvSpPr>
        <p:spPr>
          <a:xfrm>
            <a:off x="10317175" y="5321808"/>
            <a:ext cx="1188720" cy="585216"/>
          </a:xfrm>
          <a:prstGeom prst="rect">
            <a:avLst/>
          </a:prstGeom>
          <a:noFill/>
          <a:ln/>
        </p:spPr>
        <p:txBody>
          <a:bodyPr wrap="square" lIns="0" tIns="0" rIns="0" bIns="0" rtlCol="0" anchor="ctr"/>
          <a:lstStyle/>
          <a:p>
            <a:pPr algn="r" indent="0" marL="0">
              <a:buNone/>
            </a:pPr>
            <a:r>
              <a:rPr lang="en-US" sz="1800" b="1" dirty="0">
                <a:solidFill>
                  <a:srgbClr val="1F4788"/>
                </a:solidFill>
                <a:latin typeface="Arial" pitchFamily="34" charset="0"/>
                <a:ea typeface="Arial" pitchFamily="34" charset="-122"/>
                <a:cs typeface="Arial" pitchFamily="34" charset="-120"/>
              </a:rPr>
              <a:t>2명</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6400800"/>
            <a:ext cx="6400800" cy="274320"/>
          </a:xfrm>
          <a:prstGeom prst="rect">
            <a:avLst/>
          </a:prstGeom>
          <a:noFill/>
          <a:ln/>
        </p:spPr>
        <p:txBody>
          <a:bodyPr wrap="square" lIns="0" tIns="0" rIns="0" bIns="0" rtlCol="0" anchor="ctr"/>
          <a:lstStyle/>
          <a:p>
            <a:pPr indent="0" marL="0">
              <a:buNone/>
            </a:pPr>
            <a:r>
              <a:rPr lang="en-US" sz="1000" dirty="0">
                <a:solidFill>
                  <a:srgbClr val="6E6E73"/>
                </a:solidFill>
                <a:latin typeface="Arial" pitchFamily="34" charset="0"/>
                <a:ea typeface="Arial" pitchFamily="34" charset="-122"/>
                <a:cs typeface="Arial" pitchFamily="34" charset="-120"/>
              </a:rPr>
              <a:t>북알라바마 한국학교 · 교사회의 2026.10.03</a:t>
            </a:r>
            <a:endParaRPr lang="en-US" sz="1000" dirty="0"/>
          </a:p>
        </p:txBody>
      </p:sp>
      <p:sp>
        <p:nvSpPr>
          <p:cNvPr id="3" name="Text 1"/>
          <p:cNvSpPr txBox="1"/>
          <p:nvPr/>
        </p:nvSpPr>
        <p:spPr>
          <a:xfrm>
            <a:off x="10591495" y="6400800"/>
            <a:ext cx="914400" cy="274320"/>
          </a:xfrm>
          <a:prstGeom prst="rect">
            <a:avLst/>
          </a:prstGeom>
          <a:noFill/>
          <a:ln/>
        </p:spPr>
        <p:txBody>
          <a:bodyPr wrap="square" lIns="0" tIns="0" rIns="0" bIns="0" rtlCol="0" anchor="ctr"/>
          <a:lstStyle/>
          <a:p>
            <a:pPr algn="r" indent="0" marL="0">
              <a:buNone/>
            </a:pPr>
            <a:r>
              <a:rPr lang="en-US" sz="1000" dirty="0">
                <a:solidFill>
                  <a:srgbClr val="6E6E73"/>
                </a:solidFill>
                <a:latin typeface="Arial" pitchFamily="34" charset="0"/>
                <a:ea typeface="Arial" pitchFamily="34" charset="-122"/>
                <a:cs typeface="Arial" pitchFamily="34" charset="-120"/>
              </a:rPr>
              <a:t>12</a:t>
            </a:r>
            <a:endParaRPr lang="en-US" sz="1000" dirty="0"/>
          </a:p>
        </p:txBody>
      </p:sp>
      <p:sp>
        <p:nvSpPr>
          <p:cNvPr id="5" name="Shape 2"/>
          <p:cNvSpPr/>
          <p:nvPr/>
        </p:nvSpPr>
        <p:spPr>
          <a:xfrm>
            <a:off x="685800" y="731520"/>
            <a:ext cx="182880" cy="182880"/>
          </a:xfrm>
          <a:prstGeom prst="ellipse">
            <a:avLst/>
          </a:prstGeom>
          <a:solidFill>
            <a:srgbClr val="9BC23A"/>
          </a:solidFill>
          <a:ln w="12700">
            <a:solidFill>
              <a:srgbClr val="9BC23A"/>
            </a:solidFill>
            <a:prstDash val="solid"/>
          </a:ln>
        </p:spPr>
      </p:sp>
      <p:sp>
        <p:nvSpPr>
          <p:cNvPr id="6" name="Text 3"/>
          <p:cNvSpPr txBox="1"/>
          <p:nvPr/>
        </p:nvSpPr>
        <p:spPr>
          <a:xfrm>
            <a:off x="1051560" y="548640"/>
            <a:ext cx="10454335" cy="548640"/>
          </a:xfrm>
          <a:prstGeom prst="rect">
            <a:avLst/>
          </a:prstGeom>
          <a:noFill/>
          <a:ln/>
        </p:spPr>
        <p:txBody>
          <a:bodyPr wrap="square" lIns="0" tIns="0" rIns="0" bIns="0" rtlCol="0" anchor="ctr"/>
          <a:lstStyle/>
          <a:p>
            <a:pPr indent="0" marL="0">
              <a:buNone/>
            </a:pPr>
            <a:r>
              <a:rPr lang="en-US" sz="3200" b="1" dirty="0">
                <a:solidFill>
                  <a:srgbClr val="1D1D1F"/>
                </a:solidFill>
                <a:latin typeface="Arial" pitchFamily="34" charset="0"/>
                <a:ea typeface="Arial" pitchFamily="34" charset="-122"/>
                <a:cs typeface="Arial" pitchFamily="34" charset="-120"/>
              </a:rPr>
              <a:t>역할 ② 지난 기록에서 찾은 일</a:t>
            </a:r>
            <a:pPr indent="0" marL="0">
              <a:buNone/>
            </a:pPr>
            <a:r>
              <a:rPr lang="en-US" sz="1800" dirty="0">
                <a:solidFill>
                  <a:srgbClr val="6E6E73"/>
                </a:solidFill>
                <a:latin typeface="Arial" pitchFamily="34" charset="0"/>
                <a:ea typeface="Arial" pitchFamily="34" charset="-122"/>
                <a:cs typeface="Arial" pitchFamily="34" charset="-120"/>
              </a:rPr>
              <a:t>   More roles, from past field days</a:t>
            </a:r>
            <a:endParaRPr lang="en-US" sz="3200" dirty="0"/>
          </a:p>
        </p:txBody>
      </p:sp>
      <p:sp>
        <p:nvSpPr>
          <p:cNvPr id="7" name="Text 4"/>
          <p:cNvSpPr txBox="1"/>
          <p:nvPr/>
        </p:nvSpPr>
        <p:spPr>
          <a:xfrm>
            <a:off x="685800" y="1371600"/>
            <a:ext cx="640080" cy="585216"/>
          </a:xfrm>
          <a:prstGeom prst="rect">
            <a:avLst/>
          </a:prstGeom>
          <a:noFill/>
          <a:ln/>
        </p:spPr>
        <p:txBody>
          <a:bodyPr wrap="square" lIns="0" tIns="0" rIns="0" bIns="0" rtlCol="0" anchor="ctr"/>
          <a:lstStyle/>
          <a:p>
            <a:pPr indent="0" marL="0">
              <a:buNone/>
            </a:pPr>
            <a:r>
              <a:rPr lang="en-US" sz="2000" b="1" dirty="0">
                <a:solidFill>
                  <a:srgbClr val="D23C4C"/>
                </a:solidFill>
                <a:latin typeface="Arial" pitchFamily="34" charset="0"/>
                <a:ea typeface="Arial" pitchFamily="34" charset="-122"/>
                <a:cs typeface="Arial" pitchFamily="34" charset="-120"/>
              </a:rPr>
              <a:t>08</a:t>
            </a:r>
            <a:endParaRPr lang="en-US" sz="2000" dirty="0"/>
          </a:p>
        </p:txBody>
      </p:sp>
      <p:sp>
        <p:nvSpPr>
          <p:cNvPr id="8" name="Text 5"/>
          <p:cNvSpPr txBox="1"/>
          <p:nvPr/>
        </p:nvSpPr>
        <p:spPr>
          <a:xfrm>
            <a:off x="1417320" y="1371600"/>
            <a:ext cx="3291840" cy="585216"/>
          </a:xfrm>
          <a:prstGeom prst="rect">
            <a:avLst/>
          </a:prstGeom>
          <a:noFill/>
          <a:ln/>
        </p:spPr>
        <p:txBody>
          <a:bodyPr wrap="square" lIns="0" tIns="0" rIns="0" bIns="0" rtlCol="0" anchor="ctr"/>
          <a:lstStyle/>
          <a:p>
            <a:pPr indent="0" marL="0">
              <a:buNone/>
            </a:pPr>
            <a:r>
              <a:rPr lang="en-US" sz="2000" b="1" dirty="0">
                <a:solidFill>
                  <a:srgbClr val="1D1D1F"/>
                </a:solidFill>
                <a:latin typeface="Arial" pitchFamily="34" charset="0"/>
                <a:ea typeface="Arial" pitchFamily="34" charset="-122"/>
                <a:cs typeface="Arial" pitchFamily="34" charset="-120"/>
              </a:rPr>
              <a:t>접수 · 명찰</a:t>
            </a:r>
            <a:endParaRPr lang="en-US" sz="2000" dirty="0"/>
          </a:p>
          <a:p>
            <a:pPr indent="0" marL="0">
              <a:buNone/>
            </a:pPr>
            <a:r>
              <a:rPr lang="en-US" sz="1200" dirty="0">
                <a:solidFill>
                  <a:srgbClr val="6E6E73"/>
                </a:solidFill>
                <a:latin typeface="Arial" pitchFamily="34" charset="0"/>
                <a:ea typeface="Arial" pitchFamily="34" charset="-122"/>
                <a:cs typeface="Arial" pitchFamily="34" charset="-120"/>
              </a:rPr>
              <a:t>Check-in &amp; name tags</a:t>
            </a:r>
            <a:endParaRPr lang="en-US" sz="2000" dirty="0"/>
          </a:p>
        </p:txBody>
      </p:sp>
      <p:sp>
        <p:nvSpPr>
          <p:cNvPr id="9" name="Text 6"/>
          <p:cNvSpPr txBox="1"/>
          <p:nvPr/>
        </p:nvSpPr>
        <p:spPr>
          <a:xfrm>
            <a:off x="4892040" y="1371600"/>
            <a:ext cx="5303520" cy="585216"/>
          </a:xfrm>
          <a:prstGeom prst="rect">
            <a:avLst/>
          </a:prstGeom>
          <a:noFill/>
          <a:ln/>
        </p:spPr>
        <p:txBody>
          <a:bodyPr wrap="square" lIns="0" tIns="0" rIns="0" bIns="0" rtlCol="0" anchor="ctr"/>
          <a:lstStyle/>
          <a:p>
            <a:pPr indent="0" marL="0">
              <a:buNone/>
            </a:pPr>
            <a:r>
              <a:rPr lang="en-US" sz="1600" dirty="0">
                <a:solidFill>
                  <a:srgbClr val="1D1D1F"/>
                </a:solidFill>
                <a:latin typeface="Arial" pitchFamily="34" charset="0"/>
                <a:ea typeface="Arial" pitchFamily="34" charset="-122"/>
                <a:cs typeface="Arial" pitchFamily="34" charset="-120"/>
              </a:rPr>
              <a:t>명찰, 팀 스카프 나눠주기, 참석 확인</a:t>
            </a:r>
            <a:endParaRPr lang="en-US" sz="1600" dirty="0"/>
          </a:p>
        </p:txBody>
      </p:sp>
      <p:sp>
        <p:nvSpPr>
          <p:cNvPr id="10" name="Text 7"/>
          <p:cNvSpPr txBox="1"/>
          <p:nvPr/>
        </p:nvSpPr>
        <p:spPr>
          <a:xfrm>
            <a:off x="10317175" y="1371600"/>
            <a:ext cx="1188720" cy="585216"/>
          </a:xfrm>
          <a:prstGeom prst="rect">
            <a:avLst/>
          </a:prstGeom>
          <a:noFill/>
          <a:ln/>
        </p:spPr>
        <p:txBody>
          <a:bodyPr wrap="square" lIns="0" tIns="0" rIns="0" bIns="0" rtlCol="0" anchor="ctr"/>
          <a:lstStyle/>
          <a:p>
            <a:pPr algn="r" indent="0" marL="0">
              <a:buNone/>
            </a:pPr>
            <a:r>
              <a:rPr lang="en-US" sz="1800" b="1" dirty="0">
                <a:solidFill>
                  <a:srgbClr val="1F4788"/>
                </a:solidFill>
                <a:latin typeface="Arial" pitchFamily="34" charset="0"/>
                <a:ea typeface="Arial" pitchFamily="34" charset="-122"/>
                <a:cs typeface="Arial" pitchFamily="34" charset="-120"/>
              </a:rPr>
              <a:t>2명</a:t>
            </a:r>
            <a:endParaRPr lang="en-US" sz="1800" dirty="0"/>
          </a:p>
        </p:txBody>
      </p:sp>
      <p:sp>
        <p:nvSpPr>
          <p:cNvPr id="11" name="Shape 8"/>
          <p:cNvSpPr/>
          <p:nvPr/>
        </p:nvSpPr>
        <p:spPr>
          <a:xfrm>
            <a:off x="685800" y="1993392"/>
            <a:ext cx="10820095" cy="0"/>
          </a:xfrm>
          <a:prstGeom prst="line">
            <a:avLst/>
          </a:prstGeom>
          <a:noFill/>
          <a:ln w="9525">
            <a:solidFill>
              <a:srgbClr val="E3E3E6"/>
            </a:solidFill>
            <a:prstDash val="solid"/>
          </a:ln>
        </p:spPr>
      </p:sp>
      <p:sp>
        <p:nvSpPr>
          <p:cNvPr id="12" name="Text 9"/>
          <p:cNvSpPr txBox="1"/>
          <p:nvPr/>
        </p:nvSpPr>
        <p:spPr>
          <a:xfrm>
            <a:off x="685800" y="2029968"/>
            <a:ext cx="640080" cy="585216"/>
          </a:xfrm>
          <a:prstGeom prst="rect">
            <a:avLst/>
          </a:prstGeom>
          <a:noFill/>
          <a:ln/>
        </p:spPr>
        <p:txBody>
          <a:bodyPr wrap="square" lIns="0" tIns="0" rIns="0" bIns="0" rtlCol="0" anchor="ctr"/>
          <a:lstStyle/>
          <a:p>
            <a:pPr indent="0" marL="0">
              <a:buNone/>
            </a:pPr>
            <a:r>
              <a:rPr lang="en-US" sz="2000" b="1" dirty="0">
                <a:solidFill>
                  <a:srgbClr val="D23C4C"/>
                </a:solidFill>
                <a:latin typeface="Arial" pitchFamily="34" charset="0"/>
                <a:ea typeface="Arial" pitchFamily="34" charset="-122"/>
                <a:cs typeface="Arial" pitchFamily="34" charset="-120"/>
              </a:rPr>
              <a:t>09</a:t>
            </a:r>
            <a:endParaRPr lang="en-US" sz="2000" dirty="0"/>
          </a:p>
        </p:txBody>
      </p:sp>
      <p:sp>
        <p:nvSpPr>
          <p:cNvPr id="13" name="Text 10"/>
          <p:cNvSpPr txBox="1"/>
          <p:nvPr/>
        </p:nvSpPr>
        <p:spPr>
          <a:xfrm>
            <a:off x="1417320" y="2029968"/>
            <a:ext cx="3291840" cy="585216"/>
          </a:xfrm>
          <a:prstGeom prst="rect">
            <a:avLst/>
          </a:prstGeom>
          <a:noFill/>
          <a:ln/>
        </p:spPr>
        <p:txBody>
          <a:bodyPr wrap="square" lIns="0" tIns="0" rIns="0" bIns="0" rtlCol="0" anchor="ctr"/>
          <a:lstStyle/>
          <a:p>
            <a:pPr indent="0" marL="0">
              <a:buNone/>
            </a:pPr>
            <a:r>
              <a:rPr lang="en-US" sz="2000" b="1" dirty="0">
                <a:solidFill>
                  <a:srgbClr val="1D1D1F"/>
                </a:solidFill>
                <a:latin typeface="Arial" pitchFamily="34" charset="0"/>
                <a:ea typeface="Arial" pitchFamily="34" charset="-122"/>
                <a:cs typeface="Arial" pitchFamily="34" charset="-120"/>
              </a:rPr>
              <a:t>게임 진행 · 심판</a:t>
            </a:r>
            <a:endParaRPr lang="en-US" sz="2000" dirty="0"/>
          </a:p>
          <a:p>
            <a:pPr indent="0" marL="0">
              <a:buNone/>
            </a:pPr>
            <a:r>
              <a:rPr lang="en-US" sz="1200" dirty="0">
                <a:solidFill>
                  <a:srgbClr val="6E6E73"/>
                </a:solidFill>
                <a:latin typeface="Arial" pitchFamily="34" charset="0"/>
                <a:ea typeface="Arial" pitchFamily="34" charset="-122"/>
                <a:cs typeface="Arial" pitchFamily="34" charset="-120"/>
              </a:rPr>
              <a:t>Station leads &amp; referees</a:t>
            </a:r>
            <a:endParaRPr lang="en-US" sz="2000" dirty="0"/>
          </a:p>
        </p:txBody>
      </p:sp>
      <p:sp>
        <p:nvSpPr>
          <p:cNvPr id="14" name="Text 11"/>
          <p:cNvSpPr txBox="1"/>
          <p:nvPr/>
        </p:nvSpPr>
        <p:spPr>
          <a:xfrm>
            <a:off x="4892040" y="2029968"/>
            <a:ext cx="5303520" cy="585216"/>
          </a:xfrm>
          <a:prstGeom prst="rect">
            <a:avLst/>
          </a:prstGeom>
          <a:noFill/>
          <a:ln/>
        </p:spPr>
        <p:txBody>
          <a:bodyPr wrap="square" lIns="0" tIns="0" rIns="0" bIns="0" rtlCol="0" anchor="ctr"/>
          <a:lstStyle/>
          <a:p>
            <a:pPr indent="0" marL="0">
              <a:buNone/>
            </a:pPr>
            <a:r>
              <a:rPr lang="en-US" sz="1600" dirty="0">
                <a:solidFill>
                  <a:srgbClr val="1D1D1F"/>
                </a:solidFill>
                <a:latin typeface="Arial" pitchFamily="34" charset="0"/>
                <a:ea typeface="Arial" pitchFamily="34" charset="-122"/>
                <a:cs typeface="Arial" pitchFamily="34" charset="-120"/>
              </a:rPr>
              <a:t>스테이션 하나씩 맡아 진행</a:t>
            </a:r>
            <a:endParaRPr lang="en-US" sz="1600" dirty="0"/>
          </a:p>
        </p:txBody>
      </p:sp>
      <p:sp>
        <p:nvSpPr>
          <p:cNvPr id="15" name="Text 12"/>
          <p:cNvSpPr txBox="1"/>
          <p:nvPr/>
        </p:nvSpPr>
        <p:spPr>
          <a:xfrm>
            <a:off x="10317175" y="2029968"/>
            <a:ext cx="1188720" cy="585216"/>
          </a:xfrm>
          <a:prstGeom prst="rect">
            <a:avLst/>
          </a:prstGeom>
          <a:noFill/>
          <a:ln/>
        </p:spPr>
        <p:txBody>
          <a:bodyPr wrap="square" lIns="0" tIns="0" rIns="0" bIns="0" rtlCol="0" anchor="ctr"/>
          <a:lstStyle/>
          <a:p>
            <a:pPr algn="r" indent="0" marL="0">
              <a:buNone/>
            </a:pPr>
            <a:r>
              <a:rPr lang="en-US" sz="1800" b="1" dirty="0">
                <a:solidFill>
                  <a:srgbClr val="1F4788"/>
                </a:solidFill>
                <a:latin typeface="Arial" pitchFamily="34" charset="0"/>
                <a:ea typeface="Arial" pitchFamily="34" charset="-122"/>
                <a:cs typeface="Arial" pitchFamily="34" charset="-120"/>
              </a:rPr>
              <a:t>4명</a:t>
            </a:r>
            <a:endParaRPr lang="en-US" sz="1800" dirty="0"/>
          </a:p>
        </p:txBody>
      </p:sp>
      <p:sp>
        <p:nvSpPr>
          <p:cNvPr id="16" name="Shape 13"/>
          <p:cNvSpPr/>
          <p:nvPr/>
        </p:nvSpPr>
        <p:spPr>
          <a:xfrm>
            <a:off x="685800" y="2651760"/>
            <a:ext cx="10820095" cy="0"/>
          </a:xfrm>
          <a:prstGeom prst="line">
            <a:avLst/>
          </a:prstGeom>
          <a:noFill/>
          <a:ln w="9525">
            <a:solidFill>
              <a:srgbClr val="E3E3E6"/>
            </a:solidFill>
            <a:prstDash val="solid"/>
          </a:ln>
        </p:spPr>
      </p:sp>
      <p:sp>
        <p:nvSpPr>
          <p:cNvPr id="17" name="Text 14"/>
          <p:cNvSpPr txBox="1"/>
          <p:nvPr/>
        </p:nvSpPr>
        <p:spPr>
          <a:xfrm>
            <a:off x="685800" y="2688336"/>
            <a:ext cx="640080" cy="585216"/>
          </a:xfrm>
          <a:prstGeom prst="rect">
            <a:avLst/>
          </a:prstGeom>
          <a:noFill/>
          <a:ln/>
        </p:spPr>
        <p:txBody>
          <a:bodyPr wrap="square" lIns="0" tIns="0" rIns="0" bIns="0" rtlCol="0" anchor="ctr"/>
          <a:lstStyle/>
          <a:p>
            <a:pPr indent="0" marL="0">
              <a:buNone/>
            </a:pPr>
            <a:r>
              <a:rPr lang="en-US" sz="2000" b="1" dirty="0">
                <a:solidFill>
                  <a:srgbClr val="D23C4C"/>
                </a:solidFill>
                <a:latin typeface="Arial" pitchFamily="34" charset="0"/>
                <a:ea typeface="Arial" pitchFamily="34" charset="-122"/>
                <a:cs typeface="Arial" pitchFamily="34" charset="-120"/>
              </a:rPr>
              <a:t>10</a:t>
            </a:r>
            <a:endParaRPr lang="en-US" sz="2000" dirty="0"/>
          </a:p>
        </p:txBody>
      </p:sp>
      <p:sp>
        <p:nvSpPr>
          <p:cNvPr id="18" name="Text 15"/>
          <p:cNvSpPr txBox="1"/>
          <p:nvPr/>
        </p:nvSpPr>
        <p:spPr>
          <a:xfrm>
            <a:off x="1417320" y="2688336"/>
            <a:ext cx="3291840" cy="585216"/>
          </a:xfrm>
          <a:prstGeom prst="rect">
            <a:avLst/>
          </a:prstGeom>
          <a:noFill/>
          <a:ln/>
        </p:spPr>
        <p:txBody>
          <a:bodyPr wrap="square" lIns="0" tIns="0" rIns="0" bIns="0" rtlCol="0" anchor="ctr"/>
          <a:lstStyle/>
          <a:p>
            <a:pPr indent="0" marL="0">
              <a:buNone/>
            </a:pPr>
            <a:r>
              <a:rPr lang="en-US" sz="2000" b="1" dirty="0">
                <a:solidFill>
                  <a:srgbClr val="1D1D1F"/>
                </a:solidFill>
                <a:latin typeface="Arial" pitchFamily="34" charset="0"/>
                <a:ea typeface="Arial" pitchFamily="34" charset="-122"/>
                <a:cs typeface="Arial" pitchFamily="34" charset="-120"/>
              </a:rPr>
              <a:t>시상 · 상품</a:t>
            </a:r>
            <a:endParaRPr lang="en-US" sz="2000" dirty="0"/>
          </a:p>
          <a:p>
            <a:pPr indent="0" marL="0">
              <a:buNone/>
            </a:pPr>
            <a:r>
              <a:rPr lang="en-US" sz="1200" dirty="0">
                <a:solidFill>
                  <a:srgbClr val="6E6E73"/>
                </a:solidFill>
                <a:latin typeface="Arial" pitchFamily="34" charset="0"/>
                <a:ea typeface="Arial" pitchFamily="34" charset="-122"/>
                <a:cs typeface="Arial" pitchFamily="34" charset="-120"/>
              </a:rPr>
              <a:t>Awards &amp; prizes</a:t>
            </a:r>
            <a:endParaRPr lang="en-US" sz="2000" dirty="0"/>
          </a:p>
        </p:txBody>
      </p:sp>
      <p:sp>
        <p:nvSpPr>
          <p:cNvPr id="19" name="Text 16"/>
          <p:cNvSpPr txBox="1"/>
          <p:nvPr/>
        </p:nvSpPr>
        <p:spPr>
          <a:xfrm>
            <a:off x="4892040" y="2688336"/>
            <a:ext cx="5303520" cy="585216"/>
          </a:xfrm>
          <a:prstGeom prst="rect">
            <a:avLst/>
          </a:prstGeom>
          <a:noFill/>
          <a:ln/>
        </p:spPr>
        <p:txBody>
          <a:bodyPr wrap="square" lIns="0" tIns="0" rIns="0" bIns="0" rtlCol="0" anchor="ctr"/>
          <a:lstStyle/>
          <a:p>
            <a:pPr indent="0" marL="0">
              <a:buNone/>
            </a:pPr>
            <a:r>
              <a:rPr lang="en-US" sz="1600" dirty="0">
                <a:solidFill>
                  <a:srgbClr val="1D1D1F"/>
                </a:solidFill>
                <a:latin typeface="Arial" pitchFamily="34" charset="0"/>
                <a:ea typeface="Arial" pitchFamily="34" charset="-122"/>
                <a:cs typeface="Arial" pitchFamily="34" charset="-120"/>
              </a:rPr>
              <a:t>상장 출력, 사탕 · 스티커 상품 준비</a:t>
            </a:r>
            <a:endParaRPr lang="en-US" sz="1600" dirty="0"/>
          </a:p>
        </p:txBody>
      </p:sp>
      <p:sp>
        <p:nvSpPr>
          <p:cNvPr id="20" name="Text 17"/>
          <p:cNvSpPr txBox="1"/>
          <p:nvPr/>
        </p:nvSpPr>
        <p:spPr>
          <a:xfrm>
            <a:off x="10317175" y="2688336"/>
            <a:ext cx="1188720" cy="585216"/>
          </a:xfrm>
          <a:prstGeom prst="rect">
            <a:avLst/>
          </a:prstGeom>
          <a:noFill/>
          <a:ln/>
        </p:spPr>
        <p:txBody>
          <a:bodyPr wrap="square" lIns="0" tIns="0" rIns="0" bIns="0" rtlCol="0" anchor="ctr"/>
          <a:lstStyle/>
          <a:p>
            <a:pPr algn="r" indent="0" marL="0">
              <a:buNone/>
            </a:pPr>
            <a:r>
              <a:rPr lang="en-US" sz="1800" b="1" dirty="0">
                <a:solidFill>
                  <a:srgbClr val="1F4788"/>
                </a:solidFill>
                <a:latin typeface="Arial" pitchFamily="34" charset="0"/>
                <a:ea typeface="Arial" pitchFamily="34" charset="-122"/>
                <a:cs typeface="Arial" pitchFamily="34" charset="-120"/>
              </a:rPr>
              <a:t>1명</a:t>
            </a:r>
            <a:endParaRPr lang="en-US" sz="1800" dirty="0"/>
          </a:p>
        </p:txBody>
      </p:sp>
      <p:sp>
        <p:nvSpPr>
          <p:cNvPr id="21" name="Shape 18"/>
          <p:cNvSpPr/>
          <p:nvPr/>
        </p:nvSpPr>
        <p:spPr>
          <a:xfrm>
            <a:off x="685800" y="3310128"/>
            <a:ext cx="10820095" cy="0"/>
          </a:xfrm>
          <a:prstGeom prst="line">
            <a:avLst/>
          </a:prstGeom>
          <a:noFill/>
          <a:ln w="9525">
            <a:solidFill>
              <a:srgbClr val="E3E3E6"/>
            </a:solidFill>
            <a:prstDash val="solid"/>
          </a:ln>
        </p:spPr>
      </p:sp>
      <p:sp>
        <p:nvSpPr>
          <p:cNvPr id="22" name="Text 19"/>
          <p:cNvSpPr txBox="1"/>
          <p:nvPr/>
        </p:nvSpPr>
        <p:spPr>
          <a:xfrm>
            <a:off x="685800" y="3346704"/>
            <a:ext cx="640080" cy="585216"/>
          </a:xfrm>
          <a:prstGeom prst="rect">
            <a:avLst/>
          </a:prstGeom>
          <a:noFill/>
          <a:ln/>
        </p:spPr>
        <p:txBody>
          <a:bodyPr wrap="square" lIns="0" tIns="0" rIns="0" bIns="0" rtlCol="0" anchor="ctr"/>
          <a:lstStyle/>
          <a:p>
            <a:pPr indent="0" marL="0">
              <a:buNone/>
            </a:pPr>
            <a:r>
              <a:rPr lang="en-US" sz="2000" b="1" dirty="0">
                <a:solidFill>
                  <a:srgbClr val="D23C4C"/>
                </a:solidFill>
                <a:latin typeface="Arial" pitchFamily="34" charset="0"/>
                <a:ea typeface="Arial" pitchFamily="34" charset="-122"/>
                <a:cs typeface="Arial" pitchFamily="34" charset="-120"/>
              </a:rPr>
              <a:t>11</a:t>
            </a:r>
            <a:endParaRPr lang="en-US" sz="2000" dirty="0"/>
          </a:p>
        </p:txBody>
      </p:sp>
      <p:sp>
        <p:nvSpPr>
          <p:cNvPr id="23" name="Text 20"/>
          <p:cNvSpPr txBox="1"/>
          <p:nvPr/>
        </p:nvSpPr>
        <p:spPr>
          <a:xfrm>
            <a:off x="1417320" y="3346704"/>
            <a:ext cx="3291840" cy="585216"/>
          </a:xfrm>
          <a:prstGeom prst="rect">
            <a:avLst/>
          </a:prstGeom>
          <a:noFill/>
          <a:ln/>
        </p:spPr>
        <p:txBody>
          <a:bodyPr wrap="square" lIns="0" tIns="0" rIns="0" bIns="0" rtlCol="0" anchor="ctr"/>
          <a:lstStyle/>
          <a:p>
            <a:pPr indent="0" marL="0">
              <a:buNone/>
            </a:pPr>
            <a:r>
              <a:rPr lang="en-US" sz="2000" b="1" dirty="0">
                <a:solidFill>
                  <a:srgbClr val="1D1D1F"/>
                </a:solidFill>
                <a:latin typeface="Arial" pitchFamily="34" charset="0"/>
                <a:ea typeface="Arial" pitchFamily="34" charset="-122"/>
                <a:cs typeface="Arial" pitchFamily="34" charset="-120"/>
              </a:rPr>
              <a:t>사진 촬영</a:t>
            </a:r>
            <a:endParaRPr lang="en-US" sz="2000" dirty="0"/>
          </a:p>
          <a:p>
            <a:pPr indent="0" marL="0">
              <a:buNone/>
            </a:pPr>
            <a:r>
              <a:rPr lang="en-US" sz="1200" dirty="0">
                <a:solidFill>
                  <a:srgbClr val="6E6E73"/>
                </a:solidFill>
                <a:latin typeface="Arial" pitchFamily="34" charset="0"/>
                <a:ea typeface="Arial" pitchFamily="34" charset="-122"/>
                <a:cs typeface="Arial" pitchFamily="34" charset="-120"/>
              </a:rPr>
              <a:t>Photographer</a:t>
            </a:r>
            <a:endParaRPr lang="en-US" sz="2000" dirty="0"/>
          </a:p>
        </p:txBody>
      </p:sp>
      <p:sp>
        <p:nvSpPr>
          <p:cNvPr id="24" name="Text 21"/>
          <p:cNvSpPr txBox="1"/>
          <p:nvPr/>
        </p:nvSpPr>
        <p:spPr>
          <a:xfrm>
            <a:off x="4892040" y="3346704"/>
            <a:ext cx="5303520" cy="585216"/>
          </a:xfrm>
          <a:prstGeom prst="rect">
            <a:avLst/>
          </a:prstGeom>
          <a:noFill/>
          <a:ln/>
        </p:spPr>
        <p:txBody>
          <a:bodyPr wrap="square" lIns="0" tIns="0" rIns="0" bIns="0" rtlCol="0" anchor="ctr"/>
          <a:lstStyle/>
          <a:p>
            <a:pPr indent="0" marL="0">
              <a:buNone/>
            </a:pPr>
            <a:r>
              <a:rPr lang="en-US" sz="1600" dirty="0">
                <a:solidFill>
                  <a:srgbClr val="1D1D1F"/>
                </a:solidFill>
                <a:latin typeface="Arial" pitchFamily="34" charset="0"/>
                <a:ea typeface="Arial" pitchFamily="34" charset="-122"/>
                <a:cs typeface="Arial" pitchFamily="34" charset="-120"/>
              </a:rPr>
              <a:t>행사 사진 — Media Release 확인된 학생만 게시</a:t>
            </a:r>
            <a:endParaRPr lang="en-US" sz="1600" dirty="0"/>
          </a:p>
        </p:txBody>
      </p:sp>
      <p:sp>
        <p:nvSpPr>
          <p:cNvPr id="25" name="Text 22"/>
          <p:cNvSpPr txBox="1"/>
          <p:nvPr/>
        </p:nvSpPr>
        <p:spPr>
          <a:xfrm>
            <a:off x="10317175" y="3346704"/>
            <a:ext cx="1188720" cy="585216"/>
          </a:xfrm>
          <a:prstGeom prst="rect">
            <a:avLst/>
          </a:prstGeom>
          <a:noFill/>
          <a:ln/>
        </p:spPr>
        <p:txBody>
          <a:bodyPr wrap="square" lIns="0" tIns="0" rIns="0" bIns="0" rtlCol="0" anchor="ctr"/>
          <a:lstStyle/>
          <a:p>
            <a:pPr algn="r" indent="0" marL="0">
              <a:buNone/>
            </a:pPr>
            <a:r>
              <a:rPr lang="en-US" sz="1800" b="1" dirty="0">
                <a:solidFill>
                  <a:srgbClr val="1F4788"/>
                </a:solidFill>
                <a:latin typeface="Arial" pitchFamily="34" charset="0"/>
                <a:ea typeface="Arial" pitchFamily="34" charset="-122"/>
                <a:cs typeface="Arial" pitchFamily="34" charset="-120"/>
              </a:rPr>
              <a:t>1명</a:t>
            </a:r>
            <a:endParaRPr lang="en-US" sz="1800" dirty="0"/>
          </a:p>
        </p:txBody>
      </p:sp>
      <p:sp>
        <p:nvSpPr>
          <p:cNvPr id="26" name="Shape 23"/>
          <p:cNvSpPr/>
          <p:nvPr/>
        </p:nvSpPr>
        <p:spPr>
          <a:xfrm>
            <a:off x="685800" y="3968496"/>
            <a:ext cx="10820095" cy="0"/>
          </a:xfrm>
          <a:prstGeom prst="line">
            <a:avLst/>
          </a:prstGeom>
          <a:noFill/>
          <a:ln w="9525">
            <a:solidFill>
              <a:srgbClr val="E3E3E6"/>
            </a:solidFill>
            <a:prstDash val="solid"/>
          </a:ln>
        </p:spPr>
      </p:sp>
      <p:sp>
        <p:nvSpPr>
          <p:cNvPr id="27" name="Text 24"/>
          <p:cNvSpPr txBox="1"/>
          <p:nvPr/>
        </p:nvSpPr>
        <p:spPr>
          <a:xfrm>
            <a:off x="685800" y="4005072"/>
            <a:ext cx="640080" cy="585216"/>
          </a:xfrm>
          <a:prstGeom prst="rect">
            <a:avLst/>
          </a:prstGeom>
          <a:noFill/>
          <a:ln/>
        </p:spPr>
        <p:txBody>
          <a:bodyPr wrap="square" lIns="0" tIns="0" rIns="0" bIns="0" rtlCol="0" anchor="ctr"/>
          <a:lstStyle/>
          <a:p>
            <a:pPr indent="0" marL="0">
              <a:buNone/>
            </a:pPr>
            <a:r>
              <a:rPr lang="en-US" sz="2000" b="1" dirty="0">
                <a:solidFill>
                  <a:srgbClr val="D23C4C"/>
                </a:solidFill>
                <a:latin typeface="Arial" pitchFamily="34" charset="0"/>
                <a:ea typeface="Arial" pitchFamily="34" charset="-122"/>
                <a:cs typeface="Arial" pitchFamily="34" charset="-120"/>
              </a:rPr>
              <a:t>12</a:t>
            </a:r>
            <a:endParaRPr lang="en-US" sz="2000" dirty="0"/>
          </a:p>
        </p:txBody>
      </p:sp>
      <p:sp>
        <p:nvSpPr>
          <p:cNvPr id="28" name="Text 25"/>
          <p:cNvSpPr txBox="1"/>
          <p:nvPr/>
        </p:nvSpPr>
        <p:spPr>
          <a:xfrm>
            <a:off x="1417320" y="4005072"/>
            <a:ext cx="3291840" cy="585216"/>
          </a:xfrm>
          <a:prstGeom prst="rect">
            <a:avLst/>
          </a:prstGeom>
          <a:noFill/>
          <a:ln/>
        </p:spPr>
        <p:txBody>
          <a:bodyPr wrap="square" lIns="0" tIns="0" rIns="0" bIns="0" rtlCol="0" anchor="ctr"/>
          <a:lstStyle/>
          <a:p>
            <a:pPr indent="0" marL="0">
              <a:buNone/>
            </a:pPr>
            <a:r>
              <a:rPr lang="en-US" sz="2000" b="1" dirty="0">
                <a:solidFill>
                  <a:srgbClr val="1D1D1F"/>
                </a:solidFill>
                <a:latin typeface="Arial" pitchFamily="34" charset="0"/>
                <a:ea typeface="Arial" pitchFamily="34" charset="-122"/>
                <a:cs typeface="Arial" pitchFamily="34" charset="-120"/>
              </a:rPr>
              <a:t>안전 · 응급</a:t>
            </a:r>
            <a:endParaRPr lang="en-US" sz="2000" dirty="0"/>
          </a:p>
          <a:p>
            <a:pPr indent="0" marL="0">
              <a:buNone/>
            </a:pPr>
            <a:r>
              <a:rPr lang="en-US" sz="1200" dirty="0">
                <a:solidFill>
                  <a:srgbClr val="6E6E73"/>
                </a:solidFill>
                <a:latin typeface="Arial" pitchFamily="34" charset="0"/>
                <a:ea typeface="Arial" pitchFamily="34" charset="-122"/>
                <a:cs typeface="Arial" pitchFamily="34" charset="-120"/>
              </a:rPr>
              <a:t>First aid &amp; safety</a:t>
            </a:r>
            <a:endParaRPr lang="en-US" sz="2000" dirty="0"/>
          </a:p>
        </p:txBody>
      </p:sp>
      <p:sp>
        <p:nvSpPr>
          <p:cNvPr id="29" name="Text 26"/>
          <p:cNvSpPr txBox="1"/>
          <p:nvPr/>
        </p:nvSpPr>
        <p:spPr>
          <a:xfrm>
            <a:off x="4892040" y="4005072"/>
            <a:ext cx="5303520" cy="585216"/>
          </a:xfrm>
          <a:prstGeom prst="rect">
            <a:avLst/>
          </a:prstGeom>
          <a:noFill/>
          <a:ln/>
        </p:spPr>
        <p:txBody>
          <a:bodyPr wrap="square" lIns="0" tIns="0" rIns="0" bIns="0" rtlCol="0" anchor="ctr"/>
          <a:lstStyle/>
          <a:p>
            <a:pPr indent="0" marL="0">
              <a:buNone/>
            </a:pPr>
            <a:r>
              <a:rPr lang="en-US" sz="1600" dirty="0">
                <a:solidFill>
                  <a:srgbClr val="1D1D1F"/>
                </a:solidFill>
                <a:latin typeface="Arial" pitchFamily="34" charset="0"/>
                <a:ea typeface="Arial" pitchFamily="34" charset="-122"/>
                <a:cs typeface="Arial" pitchFamily="34" charset="-120"/>
              </a:rPr>
              <a:t>구급함 · 물 · 선크림, 아이들 인원 확인</a:t>
            </a:r>
            <a:endParaRPr lang="en-US" sz="1600" dirty="0"/>
          </a:p>
        </p:txBody>
      </p:sp>
      <p:sp>
        <p:nvSpPr>
          <p:cNvPr id="30" name="Text 27"/>
          <p:cNvSpPr txBox="1"/>
          <p:nvPr/>
        </p:nvSpPr>
        <p:spPr>
          <a:xfrm>
            <a:off x="10317175" y="4005072"/>
            <a:ext cx="1188720" cy="585216"/>
          </a:xfrm>
          <a:prstGeom prst="rect">
            <a:avLst/>
          </a:prstGeom>
          <a:noFill/>
          <a:ln/>
        </p:spPr>
        <p:txBody>
          <a:bodyPr wrap="square" lIns="0" tIns="0" rIns="0" bIns="0" rtlCol="0" anchor="ctr"/>
          <a:lstStyle/>
          <a:p>
            <a:pPr algn="r" indent="0" marL="0">
              <a:buNone/>
            </a:pPr>
            <a:r>
              <a:rPr lang="en-US" sz="1800" b="1" dirty="0">
                <a:solidFill>
                  <a:srgbClr val="1F4788"/>
                </a:solidFill>
                <a:latin typeface="Arial" pitchFamily="34" charset="0"/>
                <a:ea typeface="Arial" pitchFamily="34" charset="-122"/>
                <a:cs typeface="Arial" pitchFamily="34" charset="-120"/>
              </a:rPr>
              <a:t>1명</a:t>
            </a:r>
            <a:endParaRPr lang="en-US" sz="1800" dirty="0"/>
          </a:p>
        </p:txBody>
      </p:sp>
      <p:sp>
        <p:nvSpPr>
          <p:cNvPr id="31" name="Shape 28"/>
          <p:cNvSpPr/>
          <p:nvPr/>
        </p:nvSpPr>
        <p:spPr>
          <a:xfrm>
            <a:off x="685800" y="4626864"/>
            <a:ext cx="10820095" cy="0"/>
          </a:xfrm>
          <a:prstGeom prst="line">
            <a:avLst/>
          </a:prstGeom>
          <a:noFill/>
          <a:ln w="9525">
            <a:solidFill>
              <a:srgbClr val="E3E3E6"/>
            </a:solidFill>
            <a:prstDash val="solid"/>
          </a:ln>
        </p:spPr>
      </p:sp>
      <p:sp>
        <p:nvSpPr>
          <p:cNvPr id="32" name="Text 29"/>
          <p:cNvSpPr txBox="1"/>
          <p:nvPr/>
        </p:nvSpPr>
        <p:spPr>
          <a:xfrm>
            <a:off x="685800" y="4663440"/>
            <a:ext cx="640080" cy="585216"/>
          </a:xfrm>
          <a:prstGeom prst="rect">
            <a:avLst/>
          </a:prstGeom>
          <a:noFill/>
          <a:ln/>
        </p:spPr>
        <p:txBody>
          <a:bodyPr wrap="square" lIns="0" tIns="0" rIns="0" bIns="0" rtlCol="0" anchor="ctr"/>
          <a:lstStyle/>
          <a:p>
            <a:pPr indent="0" marL="0">
              <a:buNone/>
            </a:pPr>
            <a:r>
              <a:rPr lang="en-US" sz="2000" b="1" dirty="0">
                <a:solidFill>
                  <a:srgbClr val="D23C4C"/>
                </a:solidFill>
                <a:latin typeface="Arial" pitchFamily="34" charset="0"/>
                <a:ea typeface="Arial" pitchFamily="34" charset="-122"/>
                <a:cs typeface="Arial" pitchFamily="34" charset="-120"/>
              </a:rPr>
              <a:t>13</a:t>
            </a:r>
            <a:endParaRPr lang="en-US" sz="2000" dirty="0"/>
          </a:p>
        </p:txBody>
      </p:sp>
      <p:sp>
        <p:nvSpPr>
          <p:cNvPr id="33" name="Text 30"/>
          <p:cNvSpPr txBox="1"/>
          <p:nvPr/>
        </p:nvSpPr>
        <p:spPr>
          <a:xfrm>
            <a:off x="1417320" y="4663440"/>
            <a:ext cx="3291840" cy="585216"/>
          </a:xfrm>
          <a:prstGeom prst="rect">
            <a:avLst/>
          </a:prstGeom>
          <a:noFill/>
          <a:ln/>
        </p:spPr>
        <p:txBody>
          <a:bodyPr wrap="square" lIns="0" tIns="0" rIns="0" bIns="0" rtlCol="0" anchor="ctr"/>
          <a:lstStyle/>
          <a:p>
            <a:pPr indent="0" marL="0">
              <a:buNone/>
            </a:pPr>
            <a:r>
              <a:rPr lang="en-US" sz="2000" b="1" dirty="0">
                <a:solidFill>
                  <a:srgbClr val="1D1D1F"/>
                </a:solidFill>
                <a:latin typeface="Arial" pitchFamily="34" charset="0"/>
                <a:ea typeface="Arial" pitchFamily="34" charset="-122"/>
                <a:cs typeface="Arial" pitchFamily="34" charset="-120"/>
              </a:rPr>
              <a:t>장비 운반</a:t>
            </a:r>
            <a:endParaRPr lang="en-US" sz="2000" dirty="0"/>
          </a:p>
          <a:p>
            <a:pPr indent="0" marL="0">
              <a:buNone/>
            </a:pPr>
            <a:r>
              <a:rPr lang="en-US" sz="1200" dirty="0">
                <a:solidFill>
                  <a:srgbClr val="6E6E73"/>
                </a:solidFill>
                <a:latin typeface="Arial" pitchFamily="34" charset="0"/>
                <a:ea typeface="Arial" pitchFamily="34" charset="-122"/>
                <a:cs typeface="Arial" pitchFamily="34" charset="-120"/>
              </a:rPr>
              <a:t>Equipment run</a:t>
            </a:r>
            <a:endParaRPr lang="en-US" sz="2000" dirty="0"/>
          </a:p>
        </p:txBody>
      </p:sp>
      <p:sp>
        <p:nvSpPr>
          <p:cNvPr id="34" name="Text 31"/>
          <p:cNvSpPr txBox="1"/>
          <p:nvPr/>
        </p:nvSpPr>
        <p:spPr>
          <a:xfrm>
            <a:off x="4892040" y="4663440"/>
            <a:ext cx="5303520" cy="585216"/>
          </a:xfrm>
          <a:prstGeom prst="rect">
            <a:avLst/>
          </a:prstGeom>
          <a:noFill/>
          <a:ln/>
        </p:spPr>
        <p:txBody>
          <a:bodyPr wrap="square" lIns="0" tIns="0" rIns="0" bIns="0" rtlCol="0" anchor="ctr"/>
          <a:lstStyle/>
          <a:p>
            <a:pPr indent="0" marL="0">
              <a:buNone/>
            </a:pPr>
            <a:r>
              <a:rPr lang="en-US" sz="1600" dirty="0">
                <a:solidFill>
                  <a:srgbClr val="1D1D1F"/>
                </a:solidFill>
                <a:latin typeface="Arial" pitchFamily="34" charset="0"/>
                <a:ea typeface="Arial" pitchFamily="34" charset="-122"/>
                <a:cs typeface="Arial" pitchFamily="34" charset="-120"/>
              </a:rPr>
              <a:t>테이블 · 스피커 운반</a:t>
            </a:r>
            <a:endParaRPr lang="en-US" sz="1600" dirty="0"/>
          </a:p>
        </p:txBody>
      </p:sp>
      <p:sp>
        <p:nvSpPr>
          <p:cNvPr id="35" name="Text 32"/>
          <p:cNvSpPr txBox="1"/>
          <p:nvPr/>
        </p:nvSpPr>
        <p:spPr>
          <a:xfrm>
            <a:off x="10317175" y="4663440"/>
            <a:ext cx="1188720" cy="585216"/>
          </a:xfrm>
          <a:prstGeom prst="rect">
            <a:avLst/>
          </a:prstGeom>
          <a:noFill/>
          <a:ln/>
        </p:spPr>
        <p:txBody>
          <a:bodyPr wrap="square" lIns="0" tIns="0" rIns="0" bIns="0" rtlCol="0" anchor="ctr"/>
          <a:lstStyle/>
          <a:p>
            <a:pPr algn="r" indent="0" marL="0">
              <a:buNone/>
            </a:pPr>
            <a:r>
              <a:rPr lang="en-US" sz="1800" b="1" dirty="0">
                <a:solidFill>
                  <a:srgbClr val="1F4788"/>
                </a:solidFill>
                <a:latin typeface="Arial" pitchFamily="34" charset="0"/>
                <a:ea typeface="Arial" pitchFamily="34" charset="-122"/>
                <a:cs typeface="Arial" pitchFamily="34" charset="-120"/>
              </a:rPr>
              <a:t>2명</a:t>
            </a:r>
            <a:endParaRPr lang="en-US" sz="1800" dirty="0"/>
          </a:p>
        </p:txBody>
      </p:sp>
      <p:sp>
        <p:nvSpPr>
          <p:cNvPr id="36" name="Shape 33"/>
          <p:cNvSpPr/>
          <p:nvPr/>
        </p:nvSpPr>
        <p:spPr>
          <a:xfrm>
            <a:off x="685800" y="5285232"/>
            <a:ext cx="10820095" cy="0"/>
          </a:xfrm>
          <a:prstGeom prst="line">
            <a:avLst/>
          </a:prstGeom>
          <a:noFill/>
          <a:ln w="9525">
            <a:solidFill>
              <a:srgbClr val="E3E3E6"/>
            </a:solidFill>
            <a:prstDash val="solid"/>
          </a:ln>
        </p:spPr>
      </p:sp>
      <p:sp>
        <p:nvSpPr>
          <p:cNvPr id="37" name="Text 34"/>
          <p:cNvSpPr txBox="1"/>
          <p:nvPr/>
        </p:nvSpPr>
        <p:spPr>
          <a:xfrm>
            <a:off x="685800" y="5321808"/>
            <a:ext cx="640080" cy="585216"/>
          </a:xfrm>
          <a:prstGeom prst="rect">
            <a:avLst/>
          </a:prstGeom>
          <a:noFill/>
          <a:ln/>
        </p:spPr>
        <p:txBody>
          <a:bodyPr wrap="square" lIns="0" tIns="0" rIns="0" bIns="0" rtlCol="0" anchor="ctr"/>
          <a:lstStyle/>
          <a:p>
            <a:pPr indent="0" marL="0">
              <a:buNone/>
            </a:pPr>
            <a:r>
              <a:rPr lang="en-US" sz="2000" b="1" dirty="0">
                <a:solidFill>
                  <a:srgbClr val="D23C4C"/>
                </a:solidFill>
                <a:latin typeface="Arial" pitchFamily="34" charset="0"/>
                <a:ea typeface="Arial" pitchFamily="34" charset="-122"/>
                <a:cs typeface="Arial" pitchFamily="34" charset="-120"/>
              </a:rPr>
              <a:t>14</a:t>
            </a:r>
            <a:endParaRPr lang="en-US" sz="2000" dirty="0"/>
          </a:p>
        </p:txBody>
      </p:sp>
      <p:sp>
        <p:nvSpPr>
          <p:cNvPr id="38" name="Text 35"/>
          <p:cNvSpPr txBox="1"/>
          <p:nvPr/>
        </p:nvSpPr>
        <p:spPr>
          <a:xfrm>
            <a:off x="1417320" y="5321808"/>
            <a:ext cx="3291840" cy="585216"/>
          </a:xfrm>
          <a:prstGeom prst="rect">
            <a:avLst/>
          </a:prstGeom>
          <a:noFill/>
          <a:ln/>
        </p:spPr>
        <p:txBody>
          <a:bodyPr wrap="square" lIns="0" tIns="0" rIns="0" bIns="0" rtlCol="0" anchor="ctr"/>
          <a:lstStyle/>
          <a:p>
            <a:pPr indent="0" marL="0">
              <a:buNone/>
            </a:pPr>
            <a:r>
              <a:rPr lang="en-US" sz="2000" b="1" dirty="0">
                <a:solidFill>
                  <a:srgbClr val="1D1D1F"/>
                </a:solidFill>
                <a:latin typeface="Arial" pitchFamily="34" charset="0"/>
                <a:ea typeface="Arial" pitchFamily="34" charset="-122"/>
                <a:cs typeface="Arial" pitchFamily="34" charset="-120"/>
              </a:rPr>
              <a:t>학부모 안내문</a:t>
            </a:r>
            <a:endParaRPr lang="en-US" sz="2000" dirty="0"/>
          </a:p>
          <a:p>
            <a:pPr indent="0" marL="0">
              <a:buNone/>
            </a:pPr>
            <a:r>
              <a:rPr lang="en-US" sz="1200" dirty="0">
                <a:solidFill>
                  <a:srgbClr val="6E6E73"/>
                </a:solidFill>
                <a:latin typeface="Arial" pitchFamily="34" charset="0"/>
                <a:ea typeface="Arial" pitchFamily="34" charset="-122"/>
                <a:cs typeface="Arial" pitchFamily="34" charset="-120"/>
              </a:rPr>
              <a:t>Parent notice &amp; RSVP</a:t>
            </a:r>
            <a:endParaRPr lang="en-US" sz="2000" dirty="0"/>
          </a:p>
        </p:txBody>
      </p:sp>
      <p:sp>
        <p:nvSpPr>
          <p:cNvPr id="39" name="Text 36"/>
          <p:cNvSpPr txBox="1"/>
          <p:nvPr/>
        </p:nvSpPr>
        <p:spPr>
          <a:xfrm>
            <a:off x="4892040" y="5321808"/>
            <a:ext cx="5303520" cy="585216"/>
          </a:xfrm>
          <a:prstGeom prst="rect">
            <a:avLst/>
          </a:prstGeom>
          <a:noFill/>
          <a:ln/>
        </p:spPr>
        <p:txBody>
          <a:bodyPr wrap="square" lIns="0" tIns="0" rIns="0" bIns="0" rtlCol="0" anchor="ctr"/>
          <a:lstStyle/>
          <a:p>
            <a:pPr indent="0" marL="0">
              <a:buNone/>
            </a:pPr>
            <a:r>
              <a:rPr lang="en-US" sz="1600" dirty="0">
                <a:solidFill>
                  <a:srgbClr val="1D1D1F"/>
                </a:solidFill>
                <a:latin typeface="Arial" pitchFamily="34" charset="0"/>
                <a:ea typeface="Arial" pitchFamily="34" charset="-122"/>
                <a:cs typeface="Arial" pitchFamily="34" charset="-120"/>
              </a:rPr>
              <a:t>안내문 · 참석 조사 (10/7까지 발송)</a:t>
            </a:r>
            <a:endParaRPr lang="en-US" sz="1600" dirty="0"/>
          </a:p>
        </p:txBody>
      </p:sp>
      <p:sp>
        <p:nvSpPr>
          <p:cNvPr id="40" name="Text 37"/>
          <p:cNvSpPr txBox="1"/>
          <p:nvPr/>
        </p:nvSpPr>
        <p:spPr>
          <a:xfrm>
            <a:off x="10317175" y="5321808"/>
            <a:ext cx="1188720" cy="585216"/>
          </a:xfrm>
          <a:prstGeom prst="rect">
            <a:avLst/>
          </a:prstGeom>
          <a:noFill/>
          <a:ln/>
        </p:spPr>
        <p:txBody>
          <a:bodyPr wrap="square" lIns="0" tIns="0" rIns="0" bIns="0" rtlCol="0" anchor="ctr"/>
          <a:lstStyle/>
          <a:p>
            <a:pPr algn="r" indent="0" marL="0">
              <a:buNone/>
            </a:pPr>
            <a:r>
              <a:rPr lang="en-US" sz="1800" b="1" dirty="0">
                <a:solidFill>
                  <a:srgbClr val="1F4788"/>
                </a:solidFill>
                <a:latin typeface="Arial" pitchFamily="34" charset="0"/>
                <a:ea typeface="Arial" pitchFamily="34" charset="-122"/>
                <a:cs typeface="Arial" pitchFamily="34" charset="-120"/>
              </a:rPr>
              <a:t>1명</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6400800"/>
            <a:ext cx="6400800" cy="274320"/>
          </a:xfrm>
          <a:prstGeom prst="rect">
            <a:avLst/>
          </a:prstGeom>
          <a:noFill/>
          <a:ln/>
        </p:spPr>
        <p:txBody>
          <a:bodyPr wrap="square" lIns="0" tIns="0" rIns="0" bIns="0" rtlCol="0" anchor="ctr"/>
          <a:lstStyle/>
          <a:p>
            <a:pPr indent="0" marL="0">
              <a:buNone/>
            </a:pPr>
            <a:r>
              <a:rPr lang="en-US" sz="1000" dirty="0">
                <a:solidFill>
                  <a:srgbClr val="6E6E73"/>
                </a:solidFill>
                <a:latin typeface="Arial" pitchFamily="34" charset="0"/>
                <a:ea typeface="Arial" pitchFamily="34" charset="-122"/>
                <a:cs typeface="Arial" pitchFamily="34" charset="-120"/>
              </a:rPr>
              <a:t>북알라바마 한국학교 · 교사회의 2026.10.03</a:t>
            </a:r>
            <a:endParaRPr lang="en-US" sz="1000" dirty="0"/>
          </a:p>
        </p:txBody>
      </p:sp>
      <p:sp>
        <p:nvSpPr>
          <p:cNvPr id="3" name="Text 1"/>
          <p:cNvSpPr txBox="1"/>
          <p:nvPr/>
        </p:nvSpPr>
        <p:spPr>
          <a:xfrm>
            <a:off x="10591495" y="6400800"/>
            <a:ext cx="914400" cy="274320"/>
          </a:xfrm>
          <a:prstGeom prst="rect">
            <a:avLst/>
          </a:prstGeom>
          <a:noFill/>
          <a:ln/>
        </p:spPr>
        <p:txBody>
          <a:bodyPr wrap="square" lIns="0" tIns="0" rIns="0" bIns="0" rtlCol="0" anchor="ctr"/>
          <a:lstStyle/>
          <a:p>
            <a:pPr algn="r" indent="0" marL="0">
              <a:buNone/>
            </a:pPr>
            <a:r>
              <a:rPr lang="en-US" sz="1000" dirty="0">
                <a:solidFill>
                  <a:srgbClr val="6E6E73"/>
                </a:solidFill>
                <a:latin typeface="Arial" pitchFamily="34" charset="0"/>
                <a:ea typeface="Arial" pitchFamily="34" charset="-122"/>
                <a:cs typeface="Arial" pitchFamily="34" charset="-120"/>
              </a:rPr>
              <a:t>13</a:t>
            </a:r>
            <a:endParaRPr lang="en-US" sz="1000" dirty="0"/>
          </a:p>
        </p:txBody>
      </p:sp>
      <p:sp>
        <p:nvSpPr>
          <p:cNvPr id="5" name="Shape 2"/>
          <p:cNvSpPr/>
          <p:nvPr/>
        </p:nvSpPr>
        <p:spPr>
          <a:xfrm>
            <a:off x="685800" y="731520"/>
            <a:ext cx="182880" cy="182880"/>
          </a:xfrm>
          <a:prstGeom prst="ellipse">
            <a:avLst/>
          </a:prstGeom>
          <a:solidFill>
            <a:srgbClr val="9BC23A"/>
          </a:solidFill>
          <a:ln w="12700">
            <a:solidFill>
              <a:srgbClr val="9BC23A"/>
            </a:solidFill>
            <a:prstDash val="solid"/>
          </a:ln>
        </p:spPr>
      </p:sp>
      <p:sp>
        <p:nvSpPr>
          <p:cNvPr id="6" name="Text 3"/>
          <p:cNvSpPr txBox="1"/>
          <p:nvPr/>
        </p:nvSpPr>
        <p:spPr>
          <a:xfrm>
            <a:off x="1051560" y="548640"/>
            <a:ext cx="10454335" cy="548640"/>
          </a:xfrm>
          <a:prstGeom prst="rect">
            <a:avLst/>
          </a:prstGeom>
          <a:noFill/>
          <a:ln/>
        </p:spPr>
        <p:txBody>
          <a:bodyPr wrap="square" lIns="0" tIns="0" rIns="0" bIns="0" rtlCol="0" anchor="ctr"/>
          <a:lstStyle/>
          <a:p>
            <a:pPr indent="0" marL="0">
              <a:buNone/>
            </a:pPr>
            <a:r>
              <a:rPr lang="en-US" sz="3200" b="1" dirty="0">
                <a:solidFill>
                  <a:srgbClr val="1D1D1F"/>
                </a:solidFill>
                <a:latin typeface="Arial" pitchFamily="34" charset="0"/>
                <a:ea typeface="Arial" pitchFamily="34" charset="-122"/>
                <a:cs typeface="Arial" pitchFamily="34" charset="-120"/>
              </a:rPr>
              <a:t>역할 신청표</a:t>
            </a:r>
            <a:pPr indent="0" marL="0">
              <a:buNone/>
            </a:pPr>
            <a:r>
              <a:rPr lang="en-US" sz="1800" dirty="0">
                <a:solidFill>
                  <a:srgbClr val="6E6E73"/>
                </a:solidFill>
                <a:latin typeface="Arial" pitchFamily="34" charset="0"/>
                <a:ea typeface="Arial" pitchFamily="34" charset="-122"/>
                <a:cs typeface="Arial" pitchFamily="34" charset="-120"/>
              </a:rPr>
              <a:t>   Sign-up sheet</a:t>
            </a:r>
            <a:endParaRPr lang="en-US" sz="3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85800" y="1371600"/>
          <a:ext cx="5272888" cy="914400"/>
        </p:xfrm>
        <a:graphic>
          <a:graphicData uri="http://schemas.openxmlformats.org/drawingml/2006/table">
            <a:tbl>
              <a:tblPr/>
              <a:tblGrid>
                <a:gridCol w="2377440"/>
                <a:gridCol w="731520"/>
                <a:gridCol w="2163928"/>
              </a:tblGrid>
              <a:tr h="512064">
                <a:tc>
                  <a:txBody>
                    <a:bodyPr/>
                    <a:lstStyle/>
                    <a:p>
                      <a:pPr indent="0" marL="0">
                        <a:buNone/>
                      </a:pPr>
                      <a:r>
                        <a:rPr lang="en-US" sz="1200" b="1" dirty="0">
                          <a:solidFill>
                            <a:srgbClr val="6E6E73"/>
                          </a:solidFill>
                          <a:latin typeface="Arial" pitchFamily="34" charset="0"/>
                          <a:ea typeface="Arial" pitchFamily="34" charset="-122"/>
                          <a:cs typeface="Arial" pitchFamily="34" charset="-120"/>
                        </a:rPr>
                        <a:t>역할 Role</a:t>
                      </a:r>
                      <a:endParaRPr lang="en-US" sz="1200" dirty="0">
                        <a:latin typeface="Arial" charset="0"/>
                        <a:ea typeface="Arial" charset="0"/>
                        <a:cs typeface="Arial" charset="0"/>
                      </a:endParaRPr>
                    </a:p>
                  </a:txBody>
                  <a:tcPr marL="73152" marR="73152" marT="0" marB="0" anchor="ctr">
                    <a:lnL w="9525" cap="flat" cmpd="sng" algn="ctr">
                      <a:solidFill>
                        <a:srgbClr val="E3E3E6"/>
                      </a:solidFill>
                      <a:prstDash val="solid"/>
                      <a:round/>
                      <a:headEnd type="none" w="med" len="med"/>
                      <a:tailEnd type="none" w="med" len="med"/>
                    </a:lnL>
                    <a:lnR w="9525" cap="flat" cmpd="sng" algn="ctr">
                      <a:solidFill>
                        <a:srgbClr val="E3E3E6"/>
                      </a:solidFill>
                      <a:prstDash val="solid"/>
                      <a:round/>
                      <a:headEnd type="none" w="med" len="med"/>
                      <a:tailEnd type="none" w="med" len="med"/>
                    </a:lnR>
                    <a:lnT w="9525" cap="flat" cmpd="sng" algn="ctr">
                      <a:solidFill>
                        <a:srgbClr val="E3E3E6"/>
                      </a:solidFill>
                      <a:prstDash val="solid"/>
                      <a:round/>
                      <a:headEnd type="none" w="med" len="med"/>
                      <a:tailEnd type="none" w="med" len="med"/>
                    </a:lnT>
                    <a:lnB w="9525" cap="flat" cmpd="sng" algn="ctr">
                      <a:solidFill>
                        <a:srgbClr val="E3E3E6"/>
                      </a:solidFill>
                      <a:prstDash val="solid"/>
                      <a:round/>
                      <a:headEnd type="none" w="med" len="med"/>
                      <a:tailEnd type="none" w="med" len="med"/>
                    </a:lnB>
                  </a:tcPr>
                </a:tc>
                <a:tc>
                  <a:txBody>
                    <a:bodyPr/>
                    <a:lstStyle/>
                    <a:p>
                      <a:pPr algn="ctr" indent="0" marL="0">
                        <a:buNone/>
                      </a:pPr>
                      <a:r>
                        <a:rPr lang="en-US" sz="1200" b="1" dirty="0">
                          <a:solidFill>
                            <a:srgbClr val="6E6E73"/>
                          </a:solidFill>
                          <a:latin typeface="Arial" pitchFamily="34" charset="0"/>
                          <a:ea typeface="Arial" pitchFamily="34" charset="-122"/>
                          <a:cs typeface="Arial" pitchFamily="34" charset="-120"/>
                        </a:rPr>
                        <a:t>인원</a:t>
                      </a:r>
                      <a:endParaRPr lang="en-US" sz="1200" dirty="0">
                        <a:latin typeface="Arial" charset="0"/>
                        <a:ea typeface="Arial" charset="0"/>
                        <a:cs typeface="Arial" charset="0"/>
                      </a:endParaRPr>
                    </a:p>
                  </a:txBody>
                  <a:tcPr marL="73152" marR="73152" marT="0" marB="0" anchor="ctr">
                    <a:lnL w="9525" cap="flat" cmpd="sng" algn="ctr">
                      <a:solidFill>
                        <a:srgbClr val="E3E3E6"/>
                      </a:solidFill>
                      <a:prstDash val="solid"/>
                      <a:round/>
                      <a:headEnd type="none" w="med" len="med"/>
                      <a:tailEnd type="none" w="med" len="med"/>
                    </a:lnL>
                    <a:lnR w="9525" cap="flat" cmpd="sng" algn="ctr">
                      <a:solidFill>
                        <a:srgbClr val="E3E3E6"/>
                      </a:solidFill>
                      <a:prstDash val="solid"/>
                      <a:round/>
                      <a:headEnd type="none" w="med" len="med"/>
                      <a:tailEnd type="none" w="med" len="med"/>
                    </a:lnR>
                    <a:lnT w="9525" cap="flat" cmpd="sng" algn="ctr">
                      <a:solidFill>
                        <a:srgbClr val="E3E3E6"/>
                      </a:solidFill>
                      <a:prstDash val="solid"/>
                      <a:round/>
                      <a:headEnd type="none" w="med" len="med"/>
                      <a:tailEnd type="none" w="med" len="med"/>
                    </a:lnT>
                    <a:lnB w="9525" cap="flat" cmpd="sng" algn="ctr">
                      <a:solidFill>
                        <a:srgbClr val="E3E3E6"/>
                      </a:solidFill>
                      <a:prstDash val="solid"/>
                      <a:round/>
                      <a:headEnd type="none" w="med" len="med"/>
                      <a:tailEnd type="none" w="med" len="med"/>
                    </a:lnB>
                  </a:tcPr>
                </a:tc>
                <a:tc>
                  <a:txBody>
                    <a:bodyPr/>
                    <a:lstStyle/>
                    <a:p>
                      <a:pPr indent="0" marL="0">
                        <a:buNone/>
                      </a:pPr>
                      <a:r>
                        <a:rPr lang="en-US" sz="1200" b="1" dirty="0">
                          <a:solidFill>
                            <a:srgbClr val="6E6E73"/>
                          </a:solidFill>
                          <a:latin typeface="Arial" pitchFamily="34" charset="0"/>
                          <a:ea typeface="Arial" pitchFamily="34" charset="-122"/>
                          <a:cs typeface="Arial" pitchFamily="34" charset="-120"/>
                        </a:rPr>
                        <a:t>이름 Name</a:t>
                      </a:r>
                      <a:endParaRPr lang="en-US" sz="1200" dirty="0">
                        <a:latin typeface="Arial" charset="0"/>
                        <a:ea typeface="Arial" charset="0"/>
                        <a:cs typeface="Arial" charset="0"/>
                      </a:endParaRPr>
                    </a:p>
                  </a:txBody>
                  <a:tcPr marL="73152" marR="73152" marT="0" marB="0" anchor="ctr">
                    <a:lnL w="9525" cap="flat" cmpd="sng" algn="ctr">
                      <a:solidFill>
                        <a:srgbClr val="E3E3E6"/>
                      </a:solidFill>
                      <a:prstDash val="solid"/>
                      <a:round/>
                      <a:headEnd type="none" w="med" len="med"/>
                      <a:tailEnd type="none" w="med" len="med"/>
                    </a:lnL>
                    <a:lnR w="9525" cap="flat" cmpd="sng" algn="ctr">
                      <a:solidFill>
                        <a:srgbClr val="E3E3E6"/>
                      </a:solidFill>
                      <a:prstDash val="solid"/>
                      <a:round/>
                      <a:headEnd type="none" w="med" len="med"/>
                      <a:tailEnd type="none" w="med" len="med"/>
                    </a:lnR>
                    <a:lnT w="9525" cap="flat" cmpd="sng" algn="ctr">
                      <a:solidFill>
                        <a:srgbClr val="E3E3E6"/>
                      </a:solidFill>
                      <a:prstDash val="solid"/>
                      <a:round/>
                      <a:headEnd type="none" w="med" len="med"/>
                      <a:tailEnd type="none" w="med" len="med"/>
                    </a:lnT>
                    <a:lnB w="9525" cap="flat" cmpd="sng" algn="ctr">
                      <a:solidFill>
                        <a:srgbClr val="E3E3E6"/>
                      </a:solidFill>
                      <a:prstDash val="solid"/>
                      <a:round/>
                      <a:headEnd type="none" w="med" len="med"/>
                      <a:tailEnd type="none" w="med" len="med"/>
                    </a:lnB>
                  </a:tcPr>
                </a:tc>
              </a:tr>
              <a:tr h="512064">
                <a:tc>
                  <a:txBody>
                    <a:bodyPr/>
                    <a:lstStyle/>
                    <a:p>
                      <a:pPr indent="0" marL="0">
                        <a:buNone/>
                      </a:pPr>
                      <a:r>
                        <a:rPr lang="en-US" sz="1400" b="1" dirty="0">
                          <a:solidFill>
                            <a:srgbClr val="1D1D1F"/>
                          </a:solidFill>
                          <a:latin typeface="Arial" pitchFamily="34" charset="0"/>
                          <a:ea typeface="Arial" pitchFamily="34" charset="-122"/>
                          <a:cs typeface="Arial" pitchFamily="34" charset="-120"/>
                        </a:rPr>
                        <a:t>01  장식</a:t>
                      </a:r>
                      <a:endParaRPr lang="en-US" sz="1400" dirty="0">
                        <a:latin typeface="Arial" charset="0"/>
                        <a:ea typeface="Arial" charset="0"/>
                        <a:cs typeface="Arial" charset="0"/>
                      </a:endParaRPr>
                    </a:p>
                  </a:txBody>
                  <a:tcPr marL="73152" marR="73152" marT="0" marB="0" anchor="ctr">
                    <a:lnL w="9525" cap="flat" cmpd="sng" algn="ctr">
                      <a:solidFill>
                        <a:srgbClr val="E3E3E6"/>
                      </a:solidFill>
                      <a:prstDash val="solid"/>
                      <a:round/>
                      <a:headEnd type="none" w="med" len="med"/>
                      <a:tailEnd type="none" w="med" len="med"/>
                    </a:lnL>
                    <a:lnR w="9525" cap="flat" cmpd="sng" algn="ctr">
                      <a:solidFill>
                        <a:srgbClr val="E3E3E6"/>
                      </a:solidFill>
                      <a:prstDash val="solid"/>
                      <a:round/>
                      <a:headEnd type="none" w="med" len="med"/>
                      <a:tailEnd type="none" w="med" len="med"/>
                    </a:lnR>
                    <a:lnT w="9525" cap="flat" cmpd="sng" algn="ctr">
                      <a:solidFill>
                        <a:srgbClr val="E3E3E6"/>
                      </a:solidFill>
                      <a:prstDash val="solid"/>
                      <a:round/>
                      <a:headEnd type="none" w="med" len="med"/>
                      <a:tailEnd type="none" w="med" len="med"/>
                    </a:lnT>
                    <a:lnB w="9525" cap="flat" cmpd="sng" algn="ctr">
                      <a:solidFill>
                        <a:srgbClr val="E3E3E6"/>
                      </a:solidFill>
                      <a:prstDash val="solid"/>
                      <a:round/>
                      <a:headEnd type="none" w="med" len="med"/>
                      <a:tailEnd type="none" w="med" len="med"/>
                    </a:lnB>
                  </a:tcPr>
                </a:tc>
                <a:tc>
                  <a:txBody>
                    <a:bodyPr/>
                    <a:lstStyle/>
                    <a:p>
                      <a:pPr algn="ctr" indent="0" marL="0">
                        <a:buNone/>
                      </a:pPr>
                      <a:r>
                        <a:rPr lang="en-US" sz="1300" dirty="0">
                          <a:solidFill>
                            <a:srgbClr val="1F4788"/>
                          </a:solidFill>
                          <a:latin typeface="Arial" pitchFamily="34" charset="0"/>
                          <a:ea typeface="Arial" pitchFamily="34" charset="-122"/>
                          <a:cs typeface="Arial" pitchFamily="34" charset="-120"/>
                        </a:rPr>
                        <a:t>2명</a:t>
                      </a:r>
                      <a:endParaRPr lang="en-US" sz="1300" dirty="0">
                        <a:latin typeface="Arial" charset="0"/>
                        <a:ea typeface="Arial" charset="0"/>
                        <a:cs typeface="Arial" charset="0"/>
                      </a:endParaRPr>
                    </a:p>
                  </a:txBody>
                  <a:tcPr marL="73152" marR="73152" marT="0" marB="0" anchor="ctr">
                    <a:lnL w="9525" cap="flat" cmpd="sng" algn="ctr">
                      <a:solidFill>
                        <a:srgbClr val="E3E3E6"/>
                      </a:solidFill>
                      <a:prstDash val="solid"/>
                      <a:round/>
                      <a:headEnd type="none" w="med" len="med"/>
                      <a:tailEnd type="none" w="med" len="med"/>
                    </a:lnL>
                    <a:lnR w="9525" cap="flat" cmpd="sng" algn="ctr">
                      <a:solidFill>
                        <a:srgbClr val="E3E3E6"/>
                      </a:solidFill>
                      <a:prstDash val="solid"/>
                      <a:round/>
                      <a:headEnd type="none" w="med" len="med"/>
                      <a:tailEnd type="none" w="med" len="med"/>
                    </a:lnR>
                    <a:lnT w="9525" cap="flat" cmpd="sng" algn="ctr">
                      <a:solidFill>
                        <a:srgbClr val="E3E3E6"/>
                      </a:solidFill>
                      <a:prstDash val="solid"/>
                      <a:round/>
                      <a:headEnd type="none" w="med" len="med"/>
                      <a:tailEnd type="none" w="med" len="med"/>
                    </a:lnT>
                    <a:lnB w="9525" cap="flat" cmpd="sng" algn="ctr">
                      <a:solidFill>
                        <a:srgbClr val="E3E3E6"/>
                      </a:solidFill>
                      <a:prstDash val="solid"/>
                      <a:round/>
                      <a:headEnd type="none" w="med" len="med"/>
                      <a:tailEnd type="none" w="med" len="med"/>
                    </a:lnB>
                  </a:tcPr>
                </a:tc>
                <a:tc>
                  <a:txBody>
                    <a:bodyPr/>
                    <a:lstStyle/>
                    <a:p>
                      <a:pPr indent="0" marL="0">
                        <a:buNone/>
                      </a:pPr>
                      <a:endParaRPr lang="en-US" sz="1200" dirty="0">
                        <a:latin typeface="Arial" charset="0"/>
                        <a:ea typeface="Arial" charset="0"/>
                        <a:cs typeface="Arial" charset="0"/>
                      </a:endParaRPr>
                    </a:p>
                  </a:txBody>
                  <a:tcPr marL="73152" marR="73152" marT="0" marB="0" anchor="ctr">
                    <a:lnL w="9525" cap="flat" cmpd="sng" algn="ctr">
                      <a:solidFill>
                        <a:srgbClr val="E3E3E6"/>
                      </a:solidFill>
                      <a:prstDash val="solid"/>
                      <a:round/>
                      <a:headEnd type="none" w="med" len="med"/>
                      <a:tailEnd type="none" w="med" len="med"/>
                    </a:lnL>
                    <a:lnR w="9525" cap="flat" cmpd="sng" algn="ctr">
                      <a:solidFill>
                        <a:srgbClr val="E3E3E6"/>
                      </a:solidFill>
                      <a:prstDash val="solid"/>
                      <a:round/>
                      <a:headEnd type="none" w="med" len="med"/>
                      <a:tailEnd type="none" w="med" len="med"/>
                    </a:lnR>
                    <a:lnT w="9525" cap="flat" cmpd="sng" algn="ctr">
                      <a:solidFill>
                        <a:srgbClr val="E3E3E6"/>
                      </a:solidFill>
                      <a:prstDash val="solid"/>
                      <a:round/>
                      <a:headEnd type="none" w="med" len="med"/>
                      <a:tailEnd type="none" w="med" len="med"/>
                    </a:lnT>
                    <a:lnB w="9525" cap="flat" cmpd="sng" algn="ctr">
                      <a:solidFill>
                        <a:srgbClr val="E3E3E6"/>
                      </a:solidFill>
                      <a:prstDash val="solid"/>
                      <a:round/>
                      <a:headEnd type="none" w="med" len="med"/>
                      <a:tailEnd type="none" w="med" len="med"/>
                    </a:lnB>
                  </a:tcPr>
                </a:tc>
              </a:tr>
              <a:tr h="512064">
                <a:tc>
                  <a:txBody>
                    <a:bodyPr/>
                    <a:lstStyle/>
                    <a:p>
                      <a:pPr indent="0" marL="0">
                        <a:buNone/>
                      </a:pPr>
                      <a:r>
                        <a:rPr lang="en-US" sz="1400" b="1" dirty="0">
                          <a:solidFill>
                            <a:srgbClr val="1D1D1F"/>
                          </a:solidFill>
                          <a:latin typeface="Arial" pitchFamily="34" charset="0"/>
                          <a:ea typeface="Arial" pitchFamily="34" charset="-122"/>
                          <a:cs typeface="Arial" pitchFamily="34" charset="-120"/>
                        </a:rPr>
                        <a:t>02  음향 · 마이크</a:t>
                      </a:r>
                      <a:endParaRPr lang="en-US" sz="1400" dirty="0">
                        <a:latin typeface="Arial" charset="0"/>
                        <a:ea typeface="Arial" charset="0"/>
                        <a:cs typeface="Arial" charset="0"/>
                      </a:endParaRPr>
                    </a:p>
                  </a:txBody>
                  <a:tcPr marL="73152" marR="73152" marT="0" marB="0" anchor="ctr">
                    <a:lnL w="9525" cap="flat" cmpd="sng" algn="ctr">
                      <a:solidFill>
                        <a:srgbClr val="E3E3E6"/>
                      </a:solidFill>
                      <a:prstDash val="solid"/>
                      <a:round/>
                      <a:headEnd type="none" w="med" len="med"/>
                      <a:tailEnd type="none" w="med" len="med"/>
                    </a:lnL>
                    <a:lnR w="9525" cap="flat" cmpd="sng" algn="ctr">
                      <a:solidFill>
                        <a:srgbClr val="E3E3E6"/>
                      </a:solidFill>
                      <a:prstDash val="solid"/>
                      <a:round/>
                      <a:headEnd type="none" w="med" len="med"/>
                      <a:tailEnd type="none" w="med" len="med"/>
                    </a:lnR>
                    <a:lnT w="9525" cap="flat" cmpd="sng" algn="ctr">
                      <a:solidFill>
                        <a:srgbClr val="E3E3E6"/>
                      </a:solidFill>
                      <a:prstDash val="solid"/>
                      <a:round/>
                      <a:headEnd type="none" w="med" len="med"/>
                      <a:tailEnd type="none" w="med" len="med"/>
                    </a:lnT>
                    <a:lnB w="9525" cap="flat" cmpd="sng" algn="ctr">
                      <a:solidFill>
                        <a:srgbClr val="E3E3E6"/>
                      </a:solidFill>
                      <a:prstDash val="solid"/>
                      <a:round/>
                      <a:headEnd type="none" w="med" len="med"/>
                      <a:tailEnd type="none" w="med" len="med"/>
                    </a:lnB>
                  </a:tcPr>
                </a:tc>
                <a:tc>
                  <a:txBody>
                    <a:bodyPr/>
                    <a:lstStyle/>
                    <a:p>
                      <a:pPr algn="ctr" indent="0" marL="0">
                        <a:buNone/>
                      </a:pPr>
                      <a:r>
                        <a:rPr lang="en-US" sz="1300" dirty="0">
                          <a:solidFill>
                            <a:srgbClr val="1F4788"/>
                          </a:solidFill>
                          <a:latin typeface="Arial" pitchFamily="34" charset="0"/>
                          <a:ea typeface="Arial" pitchFamily="34" charset="-122"/>
                          <a:cs typeface="Arial" pitchFamily="34" charset="-120"/>
                        </a:rPr>
                        <a:t>1–2명</a:t>
                      </a:r>
                      <a:endParaRPr lang="en-US" sz="1300" dirty="0">
                        <a:latin typeface="Arial" charset="0"/>
                        <a:ea typeface="Arial" charset="0"/>
                        <a:cs typeface="Arial" charset="0"/>
                      </a:endParaRPr>
                    </a:p>
                  </a:txBody>
                  <a:tcPr marL="73152" marR="73152" marT="0" marB="0" anchor="ctr">
                    <a:lnL w="9525" cap="flat" cmpd="sng" algn="ctr">
                      <a:solidFill>
                        <a:srgbClr val="E3E3E6"/>
                      </a:solidFill>
                      <a:prstDash val="solid"/>
                      <a:round/>
                      <a:headEnd type="none" w="med" len="med"/>
                      <a:tailEnd type="none" w="med" len="med"/>
                    </a:lnL>
                    <a:lnR w="9525" cap="flat" cmpd="sng" algn="ctr">
                      <a:solidFill>
                        <a:srgbClr val="E3E3E6"/>
                      </a:solidFill>
                      <a:prstDash val="solid"/>
                      <a:round/>
                      <a:headEnd type="none" w="med" len="med"/>
                      <a:tailEnd type="none" w="med" len="med"/>
                    </a:lnR>
                    <a:lnT w="9525" cap="flat" cmpd="sng" algn="ctr">
                      <a:solidFill>
                        <a:srgbClr val="E3E3E6"/>
                      </a:solidFill>
                      <a:prstDash val="solid"/>
                      <a:round/>
                      <a:headEnd type="none" w="med" len="med"/>
                      <a:tailEnd type="none" w="med" len="med"/>
                    </a:lnT>
                    <a:lnB w="9525" cap="flat" cmpd="sng" algn="ctr">
                      <a:solidFill>
                        <a:srgbClr val="E3E3E6"/>
                      </a:solidFill>
                      <a:prstDash val="solid"/>
                      <a:round/>
                      <a:headEnd type="none" w="med" len="med"/>
                      <a:tailEnd type="none" w="med" len="med"/>
                    </a:lnB>
                  </a:tcPr>
                </a:tc>
                <a:tc>
                  <a:txBody>
                    <a:bodyPr/>
                    <a:lstStyle/>
                    <a:p>
                      <a:pPr indent="0" marL="0">
                        <a:buNone/>
                      </a:pPr>
                      <a:endParaRPr lang="en-US" sz="1200" dirty="0">
                        <a:latin typeface="Arial" charset="0"/>
                        <a:ea typeface="Arial" charset="0"/>
                        <a:cs typeface="Arial" charset="0"/>
                      </a:endParaRPr>
                    </a:p>
                  </a:txBody>
                  <a:tcPr marL="73152" marR="73152" marT="0" marB="0" anchor="ctr">
                    <a:lnL w="9525" cap="flat" cmpd="sng" algn="ctr">
                      <a:solidFill>
                        <a:srgbClr val="E3E3E6"/>
                      </a:solidFill>
                      <a:prstDash val="solid"/>
                      <a:round/>
                      <a:headEnd type="none" w="med" len="med"/>
                      <a:tailEnd type="none" w="med" len="med"/>
                    </a:lnL>
                    <a:lnR w="9525" cap="flat" cmpd="sng" algn="ctr">
                      <a:solidFill>
                        <a:srgbClr val="E3E3E6"/>
                      </a:solidFill>
                      <a:prstDash val="solid"/>
                      <a:round/>
                      <a:headEnd type="none" w="med" len="med"/>
                      <a:tailEnd type="none" w="med" len="med"/>
                    </a:lnR>
                    <a:lnT w="9525" cap="flat" cmpd="sng" algn="ctr">
                      <a:solidFill>
                        <a:srgbClr val="E3E3E6"/>
                      </a:solidFill>
                      <a:prstDash val="solid"/>
                      <a:round/>
                      <a:headEnd type="none" w="med" len="med"/>
                      <a:tailEnd type="none" w="med" len="med"/>
                    </a:lnT>
                    <a:lnB w="9525" cap="flat" cmpd="sng" algn="ctr">
                      <a:solidFill>
                        <a:srgbClr val="E3E3E6"/>
                      </a:solidFill>
                      <a:prstDash val="solid"/>
                      <a:round/>
                      <a:headEnd type="none" w="med" len="med"/>
                      <a:tailEnd type="none" w="med" len="med"/>
                    </a:lnB>
                  </a:tcPr>
                </a:tc>
              </a:tr>
              <a:tr h="512064">
                <a:tc>
                  <a:txBody>
                    <a:bodyPr/>
                    <a:lstStyle/>
                    <a:p>
                      <a:pPr indent="0" marL="0">
                        <a:buNone/>
                      </a:pPr>
                      <a:r>
                        <a:rPr lang="en-US" sz="1400" b="1" dirty="0">
                          <a:solidFill>
                            <a:srgbClr val="1D1D1F"/>
                          </a:solidFill>
                          <a:latin typeface="Arial" pitchFamily="34" charset="0"/>
                          <a:ea typeface="Arial" pitchFamily="34" charset="-122"/>
                          <a:cs typeface="Arial" pitchFamily="34" charset="-120"/>
                        </a:rPr>
                        <a:t>03  PTA 음식 연락</a:t>
                      </a:r>
                      <a:endParaRPr lang="en-US" sz="1400" dirty="0">
                        <a:latin typeface="Arial" charset="0"/>
                        <a:ea typeface="Arial" charset="0"/>
                        <a:cs typeface="Arial" charset="0"/>
                      </a:endParaRPr>
                    </a:p>
                  </a:txBody>
                  <a:tcPr marL="73152" marR="73152" marT="0" marB="0" anchor="ctr">
                    <a:lnL w="9525" cap="flat" cmpd="sng" algn="ctr">
                      <a:solidFill>
                        <a:srgbClr val="E3E3E6"/>
                      </a:solidFill>
                      <a:prstDash val="solid"/>
                      <a:round/>
                      <a:headEnd type="none" w="med" len="med"/>
                      <a:tailEnd type="none" w="med" len="med"/>
                    </a:lnL>
                    <a:lnR w="9525" cap="flat" cmpd="sng" algn="ctr">
                      <a:solidFill>
                        <a:srgbClr val="E3E3E6"/>
                      </a:solidFill>
                      <a:prstDash val="solid"/>
                      <a:round/>
                      <a:headEnd type="none" w="med" len="med"/>
                      <a:tailEnd type="none" w="med" len="med"/>
                    </a:lnR>
                    <a:lnT w="9525" cap="flat" cmpd="sng" algn="ctr">
                      <a:solidFill>
                        <a:srgbClr val="E3E3E6"/>
                      </a:solidFill>
                      <a:prstDash val="solid"/>
                      <a:round/>
                      <a:headEnd type="none" w="med" len="med"/>
                      <a:tailEnd type="none" w="med" len="med"/>
                    </a:lnT>
                    <a:lnB w="9525" cap="flat" cmpd="sng" algn="ctr">
                      <a:solidFill>
                        <a:srgbClr val="E3E3E6"/>
                      </a:solidFill>
                      <a:prstDash val="solid"/>
                      <a:round/>
                      <a:headEnd type="none" w="med" len="med"/>
                      <a:tailEnd type="none" w="med" len="med"/>
                    </a:lnB>
                  </a:tcPr>
                </a:tc>
                <a:tc>
                  <a:txBody>
                    <a:bodyPr/>
                    <a:lstStyle/>
                    <a:p>
                      <a:pPr algn="ctr" indent="0" marL="0">
                        <a:buNone/>
                      </a:pPr>
                      <a:r>
                        <a:rPr lang="en-US" sz="1300" dirty="0">
                          <a:solidFill>
                            <a:srgbClr val="1F4788"/>
                          </a:solidFill>
                          <a:latin typeface="Arial" pitchFamily="34" charset="0"/>
                          <a:ea typeface="Arial" pitchFamily="34" charset="-122"/>
                          <a:cs typeface="Arial" pitchFamily="34" charset="-120"/>
                        </a:rPr>
                        <a:t>1명</a:t>
                      </a:r>
                      <a:endParaRPr lang="en-US" sz="1300" dirty="0">
                        <a:latin typeface="Arial" charset="0"/>
                        <a:ea typeface="Arial" charset="0"/>
                        <a:cs typeface="Arial" charset="0"/>
                      </a:endParaRPr>
                    </a:p>
                  </a:txBody>
                  <a:tcPr marL="73152" marR="73152" marT="0" marB="0" anchor="ctr">
                    <a:lnL w="9525" cap="flat" cmpd="sng" algn="ctr">
                      <a:solidFill>
                        <a:srgbClr val="E3E3E6"/>
                      </a:solidFill>
                      <a:prstDash val="solid"/>
                      <a:round/>
                      <a:headEnd type="none" w="med" len="med"/>
                      <a:tailEnd type="none" w="med" len="med"/>
                    </a:lnL>
                    <a:lnR w="9525" cap="flat" cmpd="sng" algn="ctr">
                      <a:solidFill>
                        <a:srgbClr val="E3E3E6"/>
                      </a:solidFill>
                      <a:prstDash val="solid"/>
                      <a:round/>
                      <a:headEnd type="none" w="med" len="med"/>
                      <a:tailEnd type="none" w="med" len="med"/>
                    </a:lnR>
                    <a:lnT w="9525" cap="flat" cmpd="sng" algn="ctr">
                      <a:solidFill>
                        <a:srgbClr val="E3E3E6"/>
                      </a:solidFill>
                      <a:prstDash val="solid"/>
                      <a:round/>
                      <a:headEnd type="none" w="med" len="med"/>
                      <a:tailEnd type="none" w="med" len="med"/>
                    </a:lnT>
                    <a:lnB w="9525" cap="flat" cmpd="sng" algn="ctr">
                      <a:solidFill>
                        <a:srgbClr val="E3E3E6"/>
                      </a:solidFill>
                      <a:prstDash val="solid"/>
                      <a:round/>
                      <a:headEnd type="none" w="med" len="med"/>
                      <a:tailEnd type="none" w="med" len="med"/>
                    </a:lnB>
                  </a:tcPr>
                </a:tc>
                <a:tc>
                  <a:txBody>
                    <a:bodyPr/>
                    <a:lstStyle/>
                    <a:p>
                      <a:pPr indent="0" marL="0">
                        <a:buNone/>
                      </a:pPr>
                      <a:endParaRPr lang="en-US" sz="1200" dirty="0">
                        <a:latin typeface="Arial" charset="0"/>
                        <a:ea typeface="Arial" charset="0"/>
                        <a:cs typeface="Arial" charset="0"/>
                      </a:endParaRPr>
                    </a:p>
                  </a:txBody>
                  <a:tcPr marL="73152" marR="73152" marT="0" marB="0" anchor="ctr">
                    <a:lnL w="9525" cap="flat" cmpd="sng" algn="ctr">
                      <a:solidFill>
                        <a:srgbClr val="E3E3E6"/>
                      </a:solidFill>
                      <a:prstDash val="solid"/>
                      <a:round/>
                      <a:headEnd type="none" w="med" len="med"/>
                      <a:tailEnd type="none" w="med" len="med"/>
                    </a:lnL>
                    <a:lnR w="9525" cap="flat" cmpd="sng" algn="ctr">
                      <a:solidFill>
                        <a:srgbClr val="E3E3E6"/>
                      </a:solidFill>
                      <a:prstDash val="solid"/>
                      <a:round/>
                      <a:headEnd type="none" w="med" len="med"/>
                      <a:tailEnd type="none" w="med" len="med"/>
                    </a:lnR>
                    <a:lnT w="9525" cap="flat" cmpd="sng" algn="ctr">
                      <a:solidFill>
                        <a:srgbClr val="E3E3E6"/>
                      </a:solidFill>
                      <a:prstDash val="solid"/>
                      <a:round/>
                      <a:headEnd type="none" w="med" len="med"/>
                      <a:tailEnd type="none" w="med" len="med"/>
                    </a:lnT>
                    <a:lnB w="9525" cap="flat" cmpd="sng" algn="ctr">
                      <a:solidFill>
                        <a:srgbClr val="E3E3E6"/>
                      </a:solidFill>
                      <a:prstDash val="solid"/>
                      <a:round/>
                      <a:headEnd type="none" w="med" len="med"/>
                      <a:tailEnd type="none" w="med" len="med"/>
                    </a:lnB>
                  </a:tcPr>
                </a:tc>
              </a:tr>
              <a:tr h="512064">
                <a:tc>
                  <a:txBody>
                    <a:bodyPr/>
                    <a:lstStyle/>
                    <a:p>
                      <a:pPr indent="0" marL="0">
                        <a:buNone/>
                      </a:pPr>
                      <a:r>
                        <a:rPr lang="en-US" sz="1400" b="1" dirty="0">
                          <a:solidFill>
                            <a:srgbClr val="1D1D1F"/>
                          </a:solidFill>
                          <a:latin typeface="Arial" pitchFamily="34" charset="0"/>
                          <a:ea typeface="Arial" pitchFamily="34" charset="-122"/>
                          <a:cs typeface="Arial" pitchFamily="34" charset="-120"/>
                        </a:rPr>
                        <a:t>04  사회자</a:t>
                      </a:r>
                      <a:endParaRPr lang="en-US" sz="1400" dirty="0">
                        <a:latin typeface="Arial" charset="0"/>
                        <a:ea typeface="Arial" charset="0"/>
                        <a:cs typeface="Arial" charset="0"/>
                      </a:endParaRPr>
                    </a:p>
                  </a:txBody>
                  <a:tcPr marL="73152" marR="73152" marT="0" marB="0" anchor="ctr">
                    <a:lnL w="9525" cap="flat" cmpd="sng" algn="ctr">
                      <a:solidFill>
                        <a:srgbClr val="E3E3E6"/>
                      </a:solidFill>
                      <a:prstDash val="solid"/>
                      <a:round/>
                      <a:headEnd type="none" w="med" len="med"/>
                      <a:tailEnd type="none" w="med" len="med"/>
                    </a:lnL>
                    <a:lnR w="9525" cap="flat" cmpd="sng" algn="ctr">
                      <a:solidFill>
                        <a:srgbClr val="E3E3E6"/>
                      </a:solidFill>
                      <a:prstDash val="solid"/>
                      <a:round/>
                      <a:headEnd type="none" w="med" len="med"/>
                      <a:tailEnd type="none" w="med" len="med"/>
                    </a:lnR>
                    <a:lnT w="9525" cap="flat" cmpd="sng" algn="ctr">
                      <a:solidFill>
                        <a:srgbClr val="E3E3E6"/>
                      </a:solidFill>
                      <a:prstDash val="solid"/>
                      <a:round/>
                      <a:headEnd type="none" w="med" len="med"/>
                      <a:tailEnd type="none" w="med" len="med"/>
                    </a:lnT>
                    <a:lnB w="9525" cap="flat" cmpd="sng" algn="ctr">
                      <a:solidFill>
                        <a:srgbClr val="E3E3E6"/>
                      </a:solidFill>
                      <a:prstDash val="solid"/>
                      <a:round/>
                      <a:headEnd type="none" w="med" len="med"/>
                      <a:tailEnd type="none" w="med" len="med"/>
                    </a:lnB>
                  </a:tcPr>
                </a:tc>
                <a:tc>
                  <a:txBody>
                    <a:bodyPr/>
                    <a:lstStyle/>
                    <a:p>
                      <a:pPr algn="ctr" indent="0" marL="0">
                        <a:buNone/>
                      </a:pPr>
                      <a:r>
                        <a:rPr lang="en-US" sz="1300" dirty="0">
                          <a:solidFill>
                            <a:srgbClr val="1F4788"/>
                          </a:solidFill>
                          <a:latin typeface="Arial" pitchFamily="34" charset="0"/>
                          <a:ea typeface="Arial" pitchFamily="34" charset="-122"/>
                          <a:cs typeface="Arial" pitchFamily="34" charset="-120"/>
                        </a:rPr>
                        <a:t>1–2명</a:t>
                      </a:r>
                      <a:endParaRPr lang="en-US" sz="1300" dirty="0">
                        <a:latin typeface="Arial" charset="0"/>
                        <a:ea typeface="Arial" charset="0"/>
                        <a:cs typeface="Arial" charset="0"/>
                      </a:endParaRPr>
                    </a:p>
                  </a:txBody>
                  <a:tcPr marL="73152" marR="73152" marT="0" marB="0" anchor="ctr">
                    <a:lnL w="9525" cap="flat" cmpd="sng" algn="ctr">
                      <a:solidFill>
                        <a:srgbClr val="E3E3E6"/>
                      </a:solidFill>
                      <a:prstDash val="solid"/>
                      <a:round/>
                      <a:headEnd type="none" w="med" len="med"/>
                      <a:tailEnd type="none" w="med" len="med"/>
                    </a:lnL>
                    <a:lnR w="9525" cap="flat" cmpd="sng" algn="ctr">
                      <a:solidFill>
                        <a:srgbClr val="E3E3E6"/>
                      </a:solidFill>
                      <a:prstDash val="solid"/>
                      <a:round/>
                      <a:headEnd type="none" w="med" len="med"/>
                      <a:tailEnd type="none" w="med" len="med"/>
                    </a:lnR>
                    <a:lnT w="9525" cap="flat" cmpd="sng" algn="ctr">
                      <a:solidFill>
                        <a:srgbClr val="E3E3E6"/>
                      </a:solidFill>
                      <a:prstDash val="solid"/>
                      <a:round/>
                      <a:headEnd type="none" w="med" len="med"/>
                      <a:tailEnd type="none" w="med" len="med"/>
                    </a:lnT>
                    <a:lnB w="9525" cap="flat" cmpd="sng" algn="ctr">
                      <a:solidFill>
                        <a:srgbClr val="E3E3E6"/>
                      </a:solidFill>
                      <a:prstDash val="solid"/>
                      <a:round/>
                      <a:headEnd type="none" w="med" len="med"/>
                      <a:tailEnd type="none" w="med" len="med"/>
                    </a:lnB>
                  </a:tcPr>
                </a:tc>
                <a:tc>
                  <a:txBody>
                    <a:bodyPr/>
                    <a:lstStyle/>
                    <a:p>
                      <a:pPr indent="0" marL="0">
                        <a:buNone/>
                      </a:pPr>
                      <a:endParaRPr lang="en-US" sz="1200" dirty="0">
                        <a:latin typeface="Arial" charset="0"/>
                        <a:ea typeface="Arial" charset="0"/>
                        <a:cs typeface="Arial" charset="0"/>
                      </a:endParaRPr>
                    </a:p>
                  </a:txBody>
                  <a:tcPr marL="73152" marR="73152" marT="0" marB="0" anchor="ctr">
                    <a:lnL w="9525" cap="flat" cmpd="sng" algn="ctr">
                      <a:solidFill>
                        <a:srgbClr val="E3E3E6"/>
                      </a:solidFill>
                      <a:prstDash val="solid"/>
                      <a:round/>
                      <a:headEnd type="none" w="med" len="med"/>
                      <a:tailEnd type="none" w="med" len="med"/>
                    </a:lnL>
                    <a:lnR w="9525" cap="flat" cmpd="sng" algn="ctr">
                      <a:solidFill>
                        <a:srgbClr val="E3E3E6"/>
                      </a:solidFill>
                      <a:prstDash val="solid"/>
                      <a:round/>
                      <a:headEnd type="none" w="med" len="med"/>
                      <a:tailEnd type="none" w="med" len="med"/>
                    </a:lnR>
                    <a:lnT w="9525" cap="flat" cmpd="sng" algn="ctr">
                      <a:solidFill>
                        <a:srgbClr val="E3E3E6"/>
                      </a:solidFill>
                      <a:prstDash val="solid"/>
                      <a:round/>
                      <a:headEnd type="none" w="med" len="med"/>
                      <a:tailEnd type="none" w="med" len="med"/>
                    </a:lnT>
                    <a:lnB w="9525" cap="flat" cmpd="sng" algn="ctr">
                      <a:solidFill>
                        <a:srgbClr val="E3E3E6"/>
                      </a:solidFill>
                      <a:prstDash val="solid"/>
                      <a:round/>
                      <a:headEnd type="none" w="med" len="med"/>
                      <a:tailEnd type="none" w="med" len="med"/>
                    </a:lnB>
                  </a:tcPr>
                </a:tc>
              </a:tr>
              <a:tr h="512064">
                <a:tc>
                  <a:txBody>
                    <a:bodyPr/>
                    <a:lstStyle/>
                    <a:p>
                      <a:pPr indent="0" marL="0">
                        <a:buNone/>
                      </a:pPr>
                      <a:r>
                        <a:rPr lang="en-US" sz="1400" b="1" dirty="0">
                          <a:solidFill>
                            <a:srgbClr val="1D1D1F"/>
                          </a:solidFill>
                          <a:latin typeface="Arial" pitchFamily="34" charset="0"/>
                          <a:ea typeface="Arial" pitchFamily="34" charset="-122"/>
                          <a:cs typeface="Arial" pitchFamily="34" charset="-120"/>
                        </a:rPr>
                        <a:t>05  한국 체조 리더</a:t>
                      </a:r>
                      <a:endParaRPr lang="en-US" sz="1400" dirty="0">
                        <a:latin typeface="Arial" charset="0"/>
                        <a:ea typeface="Arial" charset="0"/>
                        <a:cs typeface="Arial" charset="0"/>
                      </a:endParaRPr>
                    </a:p>
                  </a:txBody>
                  <a:tcPr marL="73152" marR="73152" marT="0" marB="0" anchor="ctr">
                    <a:lnL w="9525" cap="flat" cmpd="sng" algn="ctr">
                      <a:solidFill>
                        <a:srgbClr val="E3E3E6"/>
                      </a:solidFill>
                      <a:prstDash val="solid"/>
                      <a:round/>
                      <a:headEnd type="none" w="med" len="med"/>
                      <a:tailEnd type="none" w="med" len="med"/>
                    </a:lnL>
                    <a:lnR w="9525" cap="flat" cmpd="sng" algn="ctr">
                      <a:solidFill>
                        <a:srgbClr val="E3E3E6"/>
                      </a:solidFill>
                      <a:prstDash val="solid"/>
                      <a:round/>
                      <a:headEnd type="none" w="med" len="med"/>
                      <a:tailEnd type="none" w="med" len="med"/>
                    </a:lnR>
                    <a:lnT w="9525" cap="flat" cmpd="sng" algn="ctr">
                      <a:solidFill>
                        <a:srgbClr val="E3E3E6"/>
                      </a:solidFill>
                      <a:prstDash val="solid"/>
                      <a:round/>
                      <a:headEnd type="none" w="med" len="med"/>
                      <a:tailEnd type="none" w="med" len="med"/>
                    </a:lnT>
                    <a:lnB w="9525" cap="flat" cmpd="sng" algn="ctr">
                      <a:solidFill>
                        <a:srgbClr val="E3E3E6"/>
                      </a:solidFill>
                      <a:prstDash val="solid"/>
                      <a:round/>
                      <a:headEnd type="none" w="med" len="med"/>
                      <a:tailEnd type="none" w="med" len="med"/>
                    </a:lnB>
                  </a:tcPr>
                </a:tc>
                <a:tc>
                  <a:txBody>
                    <a:bodyPr/>
                    <a:lstStyle/>
                    <a:p>
                      <a:pPr algn="ctr" indent="0" marL="0">
                        <a:buNone/>
                      </a:pPr>
                      <a:r>
                        <a:rPr lang="en-US" sz="1300" dirty="0">
                          <a:solidFill>
                            <a:srgbClr val="1F4788"/>
                          </a:solidFill>
                          <a:latin typeface="Arial" pitchFamily="34" charset="0"/>
                          <a:ea typeface="Arial" pitchFamily="34" charset="-122"/>
                          <a:cs typeface="Arial" pitchFamily="34" charset="-120"/>
                        </a:rPr>
                        <a:t>1명</a:t>
                      </a:r>
                      <a:endParaRPr lang="en-US" sz="1300" dirty="0">
                        <a:latin typeface="Arial" charset="0"/>
                        <a:ea typeface="Arial" charset="0"/>
                        <a:cs typeface="Arial" charset="0"/>
                      </a:endParaRPr>
                    </a:p>
                  </a:txBody>
                  <a:tcPr marL="73152" marR="73152" marT="0" marB="0" anchor="ctr">
                    <a:lnL w="9525" cap="flat" cmpd="sng" algn="ctr">
                      <a:solidFill>
                        <a:srgbClr val="E3E3E6"/>
                      </a:solidFill>
                      <a:prstDash val="solid"/>
                      <a:round/>
                      <a:headEnd type="none" w="med" len="med"/>
                      <a:tailEnd type="none" w="med" len="med"/>
                    </a:lnL>
                    <a:lnR w="9525" cap="flat" cmpd="sng" algn="ctr">
                      <a:solidFill>
                        <a:srgbClr val="E3E3E6"/>
                      </a:solidFill>
                      <a:prstDash val="solid"/>
                      <a:round/>
                      <a:headEnd type="none" w="med" len="med"/>
                      <a:tailEnd type="none" w="med" len="med"/>
                    </a:lnR>
                    <a:lnT w="9525" cap="flat" cmpd="sng" algn="ctr">
                      <a:solidFill>
                        <a:srgbClr val="E3E3E6"/>
                      </a:solidFill>
                      <a:prstDash val="solid"/>
                      <a:round/>
                      <a:headEnd type="none" w="med" len="med"/>
                      <a:tailEnd type="none" w="med" len="med"/>
                    </a:lnT>
                    <a:lnB w="9525" cap="flat" cmpd="sng" algn="ctr">
                      <a:solidFill>
                        <a:srgbClr val="E3E3E6"/>
                      </a:solidFill>
                      <a:prstDash val="solid"/>
                      <a:round/>
                      <a:headEnd type="none" w="med" len="med"/>
                      <a:tailEnd type="none" w="med" len="med"/>
                    </a:lnB>
                  </a:tcPr>
                </a:tc>
                <a:tc>
                  <a:txBody>
                    <a:bodyPr/>
                    <a:lstStyle/>
                    <a:p>
                      <a:pPr indent="0" marL="0">
                        <a:buNone/>
                      </a:pPr>
                      <a:endParaRPr lang="en-US" sz="1200" dirty="0">
                        <a:latin typeface="Arial" charset="0"/>
                        <a:ea typeface="Arial" charset="0"/>
                        <a:cs typeface="Arial" charset="0"/>
                      </a:endParaRPr>
                    </a:p>
                  </a:txBody>
                  <a:tcPr marL="73152" marR="73152" marT="0" marB="0" anchor="ctr">
                    <a:lnL w="9525" cap="flat" cmpd="sng" algn="ctr">
                      <a:solidFill>
                        <a:srgbClr val="E3E3E6"/>
                      </a:solidFill>
                      <a:prstDash val="solid"/>
                      <a:round/>
                      <a:headEnd type="none" w="med" len="med"/>
                      <a:tailEnd type="none" w="med" len="med"/>
                    </a:lnL>
                    <a:lnR w="9525" cap="flat" cmpd="sng" algn="ctr">
                      <a:solidFill>
                        <a:srgbClr val="E3E3E6"/>
                      </a:solidFill>
                      <a:prstDash val="solid"/>
                      <a:round/>
                      <a:headEnd type="none" w="med" len="med"/>
                      <a:tailEnd type="none" w="med" len="med"/>
                    </a:lnR>
                    <a:lnT w="9525" cap="flat" cmpd="sng" algn="ctr">
                      <a:solidFill>
                        <a:srgbClr val="E3E3E6"/>
                      </a:solidFill>
                      <a:prstDash val="solid"/>
                      <a:round/>
                      <a:headEnd type="none" w="med" len="med"/>
                      <a:tailEnd type="none" w="med" len="med"/>
                    </a:lnT>
                    <a:lnB w="9525" cap="flat" cmpd="sng" algn="ctr">
                      <a:solidFill>
                        <a:srgbClr val="E3E3E6"/>
                      </a:solidFill>
                      <a:prstDash val="solid"/>
                      <a:round/>
                      <a:headEnd type="none" w="med" len="med"/>
                      <a:tailEnd type="none" w="med" len="med"/>
                    </a:lnB>
                  </a:tcPr>
                </a:tc>
              </a:tr>
              <a:tr h="512064">
                <a:tc>
                  <a:txBody>
                    <a:bodyPr/>
                    <a:lstStyle/>
                    <a:p>
                      <a:pPr indent="0" marL="0">
                        <a:buNone/>
                      </a:pPr>
                      <a:r>
                        <a:rPr lang="en-US" sz="1400" b="1" dirty="0">
                          <a:solidFill>
                            <a:srgbClr val="1D1D1F"/>
                          </a:solidFill>
                          <a:latin typeface="Arial" pitchFamily="34" charset="0"/>
                          <a:ea typeface="Arial" pitchFamily="34" charset="-122"/>
                          <a:cs typeface="Arial" pitchFamily="34" charset="-120"/>
                        </a:rPr>
                        <a:t>06  점수판</a:t>
                      </a:r>
                      <a:endParaRPr lang="en-US" sz="1400" dirty="0">
                        <a:latin typeface="Arial" charset="0"/>
                        <a:ea typeface="Arial" charset="0"/>
                        <a:cs typeface="Arial" charset="0"/>
                      </a:endParaRPr>
                    </a:p>
                  </a:txBody>
                  <a:tcPr marL="73152" marR="73152" marT="0" marB="0" anchor="ctr">
                    <a:lnL w="9525" cap="flat" cmpd="sng" algn="ctr">
                      <a:solidFill>
                        <a:srgbClr val="E3E3E6"/>
                      </a:solidFill>
                      <a:prstDash val="solid"/>
                      <a:round/>
                      <a:headEnd type="none" w="med" len="med"/>
                      <a:tailEnd type="none" w="med" len="med"/>
                    </a:lnL>
                    <a:lnR w="9525" cap="flat" cmpd="sng" algn="ctr">
                      <a:solidFill>
                        <a:srgbClr val="E3E3E6"/>
                      </a:solidFill>
                      <a:prstDash val="solid"/>
                      <a:round/>
                      <a:headEnd type="none" w="med" len="med"/>
                      <a:tailEnd type="none" w="med" len="med"/>
                    </a:lnR>
                    <a:lnT w="9525" cap="flat" cmpd="sng" algn="ctr">
                      <a:solidFill>
                        <a:srgbClr val="E3E3E6"/>
                      </a:solidFill>
                      <a:prstDash val="solid"/>
                      <a:round/>
                      <a:headEnd type="none" w="med" len="med"/>
                      <a:tailEnd type="none" w="med" len="med"/>
                    </a:lnT>
                    <a:lnB w="9525" cap="flat" cmpd="sng" algn="ctr">
                      <a:solidFill>
                        <a:srgbClr val="E3E3E6"/>
                      </a:solidFill>
                      <a:prstDash val="solid"/>
                      <a:round/>
                      <a:headEnd type="none" w="med" len="med"/>
                      <a:tailEnd type="none" w="med" len="med"/>
                    </a:lnB>
                  </a:tcPr>
                </a:tc>
                <a:tc>
                  <a:txBody>
                    <a:bodyPr/>
                    <a:lstStyle/>
                    <a:p>
                      <a:pPr algn="ctr" indent="0" marL="0">
                        <a:buNone/>
                      </a:pPr>
                      <a:r>
                        <a:rPr lang="en-US" sz="1300" dirty="0">
                          <a:solidFill>
                            <a:srgbClr val="1F4788"/>
                          </a:solidFill>
                          <a:latin typeface="Arial" pitchFamily="34" charset="0"/>
                          <a:ea typeface="Arial" pitchFamily="34" charset="-122"/>
                          <a:cs typeface="Arial" pitchFamily="34" charset="-120"/>
                        </a:rPr>
                        <a:t>1명</a:t>
                      </a:r>
                      <a:endParaRPr lang="en-US" sz="1300" dirty="0">
                        <a:latin typeface="Arial" charset="0"/>
                        <a:ea typeface="Arial" charset="0"/>
                        <a:cs typeface="Arial" charset="0"/>
                      </a:endParaRPr>
                    </a:p>
                  </a:txBody>
                  <a:tcPr marL="73152" marR="73152" marT="0" marB="0" anchor="ctr">
                    <a:lnL w="9525" cap="flat" cmpd="sng" algn="ctr">
                      <a:solidFill>
                        <a:srgbClr val="E3E3E6"/>
                      </a:solidFill>
                      <a:prstDash val="solid"/>
                      <a:round/>
                      <a:headEnd type="none" w="med" len="med"/>
                      <a:tailEnd type="none" w="med" len="med"/>
                    </a:lnL>
                    <a:lnR w="9525" cap="flat" cmpd="sng" algn="ctr">
                      <a:solidFill>
                        <a:srgbClr val="E3E3E6"/>
                      </a:solidFill>
                      <a:prstDash val="solid"/>
                      <a:round/>
                      <a:headEnd type="none" w="med" len="med"/>
                      <a:tailEnd type="none" w="med" len="med"/>
                    </a:lnR>
                    <a:lnT w="9525" cap="flat" cmpd="sng" algn="ctr">
                      <a:solidFill>
                        <a:srgbClr val="E3E3E6"/>
                      </a:solidFill>
                      <a:prstDash val="solid"/>
                      <a:round/>
                      <a:headEnd type="none" w="med" len="med"/>
                      <a:tailEnd type="none" w="med" len="med"/>
                    </a:lnT>
                    <a:lnB w="9525" cap="flat" cmpd="sng" algn="ctr">
                      <a:solidFill>
                        <a:srgbClr val="E3E3E6"/>
                      </a:solidFill>
                      <a:prstDash val="solid"/>
                      <a:round/>
                      <a:headEnd type="none" w="med" len="med"/>
                      <a:tailEnd type="none" w="med" len="med"/>
                    </a:lnB>
                  </a:tcPr>
                </a:tc>
                <a:tc>
                  <a:txBody>
                    <a:bodyPr/>
                    <a:lstStyle/>
                    <a:p>
                      <a:pPr indent="0" marL="0">
                        <a:buNone/>
                      </a:pPr>
                      <a:endParaRPr lang="en-US" sz="1200" dirty="0">
                        <a:latin typeface="Arial" charset="0"/>
                        <a:ea typeface="Arial" charset="0"/>
                        <a:cs typeface="Arial" charset="0"/>
                      </a:endParaRPr>
                    </a:p>
                  </a:txBody>
                  <a:tcPr marL="73152" marR="73152" marT="0" marB="0" anchor="ctr">
                    <a:lnL w="9525" cap="flat" cmpd="sng" algn="ctr">
                      <a:solidFill>
                        <a:srgbClr val="E3E3E6"/>
                      </a:solidFill>
                      <a:prstDash val="solid"/>
                      <a:round/>
                      <a:headEnd type="none" w="med" len="med"/>
                      <a:tailEnd type="none" w="med" len="med"/>
                    </a:lnL>
                    <a:lnR w="9525" cap="flat" cmpd="sng" algn="ctr">
                      <a:solidFill>
                        <a:srgbClr val="E3E3E6"/>
                      </a:solidFill>
                      <a:prstDash val="solid"/>
                      <a:round/>
                      <a:headEnd type="none" w="med" len="med"/>
                      <a:tailEnd type="none" w="med" len="med"/>
                    </a:lnR>
                    <a:lnT w="9525" cap="flat" cmpd="sng" algn="ctr">
                      <a:solidFill>
                        <a:srgbClr val="E3E3E6"/>
                      </a:solidFill>
                      <a:prstDash val="solid"/>
                      <a:round/>
                      <a:headEnd type="none" w="med" len="med"/>
                      <a:tailEnd type="none" w="med" len="med"/>
                    </a:lnT>
                    <a:lnB w="9525" cap="flat" cmpd="sng" algn="ctr">
                      <a:solidFill>
                        <a:srgbClr val="E3E3E6"/>
                      </a:solidFill>
                      <a:prstDash val="solid"/>
                      <a:round/>
                      <a:headEnd type="none" w="med" len="med"/>
                      <a:tailEnd type="none" w="med" len="med"/>
                    </a:lnB>
                  </a:tcPr>
                </a:tc>
              </a:tr>
              <a:tr h="512064">
                <a:tc>
                  <a:txBody>
                    <a:bodyPr/>
                    <a:lstStyle/>
                    <a:p>
                      <a:pPr indent="0" marL="0">
                        <a:buNone/>
                      </a:pPr>
                      <a:r>
                        <a:rPr lang="en-US" sz="1400" b="1" dirty="0">
                          <a:solidFill>
                            <a:srgbClr val="1D1D1F"/>
                          </a:solidFill>
                          <a:latin typeface="Arial" pitchFamily="34" charset="0"/>
                          <a:ea typeface="Arial" pitchFamily="34" charset="-122"/>
                          <a:cs typeface="Arial" pitchFamily="34" charset="-120"/>
                        </a:rPr>
                        <a:t>07  정리팀 리더</a:t>
                      </a:r>
                      <a:endParaRPr lang="en-US" sz="1400" dirty="0">
                        <a:latin typeface="Arial" charset="0"/>
                        <a:ea typeface="Arial" charset="0"/>
                        <a:cs typeface="Arial" charset="0"/>
                      </a:endParaRPr>
                    </a:p>
                  </a:txBody>
                  <a:tcPr marL="73152" marR="73152" marT="0" marB="0" anchor="ctr">
                    <a:lnL w="9525" cap="flat" cmpd="sng" algn="ctr">
                      <a:solidFill>
                        <a:srgbClr val="E3E3E6"/>
                      </a:solidFill>
                      <a:prstDash val="solid"/>
                      <a:round/>
                      <a:headEnd type="none" w="med" len="med"/>
                      <a:tailEnd type="none" w="med" len="med"/>
                    </a:lnL>
                    <a:lnR w="9525" cap="flat" cmpd="sng" algn="ctr">
                      <a:solidFill>
                        <a:srgbClr val="E3E3E6"/>
                      </a:solidFill>
                      <a:prstDash val="solid"/>
                      <a:round/>
                      <a:headEnd type="none" w="med" len="med"/>
                      <a:tailEnd type="none" w="med" len="med"/>
                    </a:lnR>
                    <a:lnT w="9525" cap="flat" cmpd="sng" algn="ctr">
                      <a:solidFill>
                        <a:srgbClr val="E3E3E6"/>
                      </a:solidFill>
                      <a:prstDash val="solid"/>
                      <a:round/>
                      <a:headEnd type="none" w="med" len="med"/>
                      <a:tailEnd type="none" w="med" len="med"/>
                    </a:lnT>
                    <a:lnB w="9525" cap="flat" cmpd="sng" algn="ctr">
                      <a:solidFill>
                        <a:srgbClr val="E3E3E6"/>
                      </a:solidFill>
                      <a:prstDash val="solid"/>
                      <a:round/>
                      <a:headEnd type="none" w="med" len="med"/>
                      <a:tailEnd type="none" w="med" len="med"/>
                    </a:lnB>
                  </a:tcPr>
                </a:tc>
                <a:tc>
                  <a:txBody>
                    <a:bodyPr/>
                    <a:lstStyle/>
                    <a:p>
                      <a:pPr algn="ctr" indent="0" marL="0">
                        <a:buNone/>
                      </a:pPr>
                      <a:r>
                        <a:rPr lang="en-US" sz="1300" dirty="0">
                          <a:solidFill>
                            <a:srgbClr val="1F4788"/>
                          </a:solidFill>
                          <a:latin typeface="Arial" pitchFamily="34" charset="0"/>
                          <a:ea typeface="Arial" pitchFamily="34" charset="-122"/>
                          <a:cs typeface="Arial" pitchFamily="34" charset="-120"/>
                        </a:rPr>
                        <a:t>2명</a:t>
                      </a:r>
                      <a:endParaRPr lang="en-US" sz="1300" dirty="0">
                        <a:latin typeface="Arial" charset="0"/>
                        <a:ea typeface="Arial" charset="0"/>
                        <a:cs typeface="Arial" charset="0"/>
                      </a:endParaRPr>
                    </a:p>
                  </a:txBody>
                  <a:tcPr marL="73152" marR="73152" marT="0" marB="0" anchor="ctr">
                    <a:lnL w="9525" cap="flat" cmpd="sng" algn="ctr">
                      <a:solidFill>
                        <a:srgbClr val="E3E3E6"/>
                      </a:solidFill>
                      <a:prstDash val="solid"/>
                      <a:round/>
                      <a:headEnd type="none" w="med" len="med"/>
                      <a:tailEnd type="none" w="med" len="med"/>
                    </a:lnL>
                    <a:lnR w="9525" cap="flat" cmpd="sng" algn="ctr">
                      <a:solidFill>
                        <a:srgbClr val="E3E3E6"/>
                      </a:solidFill>
                      <a:prstDash val="solid"/>
                      <a:round/>
                      <a:headEnd type="none" w="med" len="med"/>
                      <a:tailEnd type="none" w="med" len="med"/>
                    </a:lnR>
                    <a:lnT w="9525" cap="flat" cmpd="sng" algn="ctr">
                      <a:solidFill>
                        <a:srgbClr val="E3E3E6"/>
                      </a:solidFill>
                      <a:prstDash val="solid"/>
                      <a:round/>
                      <a:headEnd type="none" w="med" len="med"/>
                      <a:tailEnd type="none" w="med" len="med"/>
                    </a:lnT>
                    <a:lnB w="9525" cap="flat" cmpd="sng" algn="ctr">
                      <a:solidFill>
                        <a:srgbClr val="E3E3E6"/>
                      </a:solidFill>
                      <a:prstDash val="solid"/>
                      <a:round/>
                      <a:headEnd type="none" w="med" len="med"/>
                      <a:tailEnd type="none" w="med" len="med"/>
                    </a:lnB>
                  </a:tcPr>
                </a:tc>
                <a:tc>
                  <a:txBody>
                    <a:bodyPr/>
                    <a:lstStyle/>
                    <a:p>
                      <a:pPr indent="0" marL="0">
                        <a:buNone/>
                      </a:pPr>
                      <a:endParaRPr lang="en-US" sz="1200" dirty="0">
                        <a:latin typeface="Arial" charset="0"/>
                        <a:ea typeface="Arial" charset="0"/>
                        <a:cs typeface="Arial" charset="0"/>
                      </a:endParaRPr>
                    </a:p>
                  </a:txBody>
                  <a:tcPr marL="73152" marR="73152" marT="0" marB="0" anchor="ctr">
                    <a:lnL w="9525" cap="flat" cmpd="sng" algn="ctr">
                      <a:solidFill>
                        <a:srgbClr val="E3E3E6"/>
                      </a:solidFill>
                      <a:prstDash val="solid"/>
                      <a:round/>
                      <a:headEnd type="none" w="med" len="med"/>
                      <a:tailEnd type="none" w="med" len="med"/>
                    </a:lnL>
                    <a:lnR w="9525" cap="flat" cmpd="sng" algn="ctr">
                      <a:solidFill>
                        <a:srgbClr val="E3E3E6"/>
                      </a:solidFill>
                      <a:prstDash val="solid"/>
                      <a:round/>
                      <a:headEnd type="none" w="med" len="med"/>
                      <a:tailEnd type="none" w="med" len="med"/>
                    </a:lnR>
                    <a:lnT w="9525" cap="flat" cmpd="sng" algn="ctr">
                      <a:solidFill>
                        <a:srgbClr val="E3E3E6"/>
                      </a:solidFill>
                      <a:prstDash val="solid"/>
                      <a:round/>
                      <a:headEnd type="none" w="med" len="med"/>
                      <a:tailEnd type="none" w="med" len="med"/>
                    </a:lnT>
                    <a:lnB w="9525" cap="flat" cmpd="sng" algn="ctr">
                      <a:solidFill>
                        <a:srgbClr val="E3E3E6"/>
                      </a:solidFill>
                      <a:prstDash val="solid"/>
                      <a:round/>
                      <a:headEnd type="none" w="med" len="med"/>
                      <a:tailEnd type="none" w="med" len="med"/>
                    </a:lnB>
                  </a:tcPr>
                </a:tc>
              </a:tr>
            </a:tbl>
          </a:graphicData>
        </a:graphic>
      </p:graphicFrame>
      <p:graphicFrame>
        <p:nvGraphicFramePr>
          <p:cNvPr id="27" name="Table 1"/>
          <p:cNvGraphicFramePr>
            <a:graphicFrameLocks noGrp="1"/>
          </p:cNvGraphicFramePr>
          <p:nvPr>
            <p:extLst>
              <p:ext uri="{D42A27DB-BD31-4B8C-83A1-F6EECF244321}">
                <p14:modId xmlns:p14="http://schemas.microsoft.com/office/powerpoint/2010/main" val="1579011935"/>
              </p:ext>
            </p:extLst>
          </p:nvPr>
        </p:nvGraphicFramePr>
        <p:xfrm>
          <a:off x="6233008" y="1371600"/>
          <a:ext cx="5272888" cy="914400"/>
        </p:xfrm>
        <a:graphic>
          <a:graphicData uri="http://schemas.openxmlformats.org/drawingml/2006/table">
            <a:tbl>
              <a:tblPr/>
              <a:tblGrid>
                <a:gridCol w="2377440"/>
                <a:gridCol w="731520"/>
                <a:gridCol w="2163928"/>
              </a:tblGrid>
              <a:tr h="512064">
                <a:tc>
                  <a:txBody>
                    <a:bodyPr/>
                    <a:lstStyle/>
                    <a:p>
                      <a:pPr indent="0" marL="0">
                        <a:buNone/>
                      </a:pPr>
                      <a:r>
                        <a:rPr lang="en-US" sz="1200" b="1" dirty="0">
                          <a:solidFill>
                            <a:srgbClr val="6E6E73"/>
                          </a:solidFill>
                          <a:latin typeface="Arial" pitchFamily="34" charset="0"/>
                          <a:ea typeface="Arial" pitchFamily="34" charset="-122"/>
                          <a:cs typeface="Arial" pitchFamily="34" charset="-120"/>
                        </a:rPr>
                        <a:t>역할 Role</a:t>
                      </a:r>
                      <a:endParaRPr lang="en-US" sz="1200" dirty="0">
                        <a:latin typeface="Arial" charset="0"/>
                        <a:ea typeface="Arial" charset="0"/>
                        <a:cs typeface="Arial" charset="0"/>
                      </a:endParaRPr>
                    </a:p>
                  </a:txBody>
                  <a:tcPr marL="73152" marR="73152" marT="0" marB="0" anchor="ctr">
                    <a:lnL w="9525" cap="flat" cmpd="sng" algn="ctr">
                      <a:solidFill>
                        <a:srgbClr val="E3E3E6"/>
                      </a:solidFill>
                      <a:prstDash val="solid"/>
                      <a:round/>
                      <a:headEnd type="none" w="med" len="med"/>
                      <a:tailEnd type="none" w="med" len="med"/>
                    </a:lnL>
                    <a:lnR w="9525" cap="flat" cmpd="sng" algn="ctr">
                      <a:solidFill>
                        <a:srgbClr val="E3E3E6"/>
                      </a:solidFill>
                      <a:prstDash val="solid"/>
                      <a:round/>
                      <a:headEnd type="none" w="med" len="med"/>
                      <a:tailEnd type="none" w="med" len="med"/>
                    </a:lnR>
                    <a:lnT w="9525" cap="flat" cmpd="sng" algn="ctr">
                      <a:solidFill>
                        <a:srgbClr val="E3E3E6"/>
                      </a:solidFill>
                      <a:prstDash val="solid"/>
                      <a:round/>
                      <a:headEnd type="none" w="med" len="med"/>
                      <a:tailEnd type="none" w="med" len="med"/>
                    </a:lnT>
                    <a:lnB w="9525" cap="flat" cmpd="sng" algn="ctr">
                      <a:solidFill>
                        <a:srgbClr val="E3E3E6"/>
                      </a:solidFill>
                      <a:prstDash val="solid"/>
                      <a:round/>
                      <a:headEnd type="none" w="med" len="med"/>
                      <a:tailEnd type="none" w="med" len="med"/>
                    </a:lnB>
                  </a:tcPr>
                </a:tc>
                <a:tc>
                  <a:txBody>
                    <a:bodyPr/>
                    <a:lstStyle/>
                    <a:p>
                      <a:pPr algn="ctr" indent="0" marL="0">
                        <a:buNone/>
                      </a:pPr>
                      <a:r>
                        <a:rPr lang="en-US" sz="1200" b="1" dirty="0">
                          <a:solidFill>
                            <a:srgbClr val="6E6E73"/>
                          </a:solidFill>
                          <a:latin typeface="Arial" pitchFamily="34" charset="0"/>
                          <a:ea typeface="Arial" pitchFamily="34" charset="-122"/>
                          <a:cs typeface="Arial" pitchFamily="34" charset="-120"/>
                        </a:rPr>
                        <a:t>인원</a:t>
                      </a:r>
                      <a:endParaRPr lang="en-US" sz="1200" dirty="0">
                        <a:latin typeface="Arial" charset="0"/>
                        <a:ea typeface="Arial" charset="0"/>
                        <a:cs typeface="Arial" charset="0"/>
                      </a:endParaRPr>
                    </a:p>
                  </a:txBody>
                  <a:tcPr marL="73152" marR="73152" marT="0" marB="0" anchor="ctr">
                    <a:lnL w="9525" cap="flat" cmpd="sng" algn="ctr">
                      <a:solidFill>
                        <a:srgbClr val="E3E3E6"/>
                      </a:solidFill>
                      <a:prstDash val="solid"/>
                      <a:round/>
                      <a:headEnd type="none" w="med" len="med"/>
                      <a:tailEnd type="none" w="med" len="med"/>
                    </a:lnL>
                    <a:lnR w="9525" cap="flat" cmpd="sng" algn="ctr">
                      <a:solidFill>
                        <a:srgbClr val="E3E3E6"/>
                      </a:solidFill>
                      <a:prstDash val="solid"/>
                      <a:round/>
                      <a:headEnd type="none" w="med" len="med"/>
                      <a:tailEnd type="none" w="med" len="med"/>
                    </a:lnR>
                    <a:lnT w="9525" cap="flat" cmpd="sng" algn="ctr">
                      <a:solidFill>
                        <a:srgbClr val="E3E3E6"/>
                      </a:solidFill>
                      <a:prstDash val="solid"/>
                      <a:round/>
                      <a:headEnd type="none" w="med" len="med"/>
                      <a:tailEnd type="none" w="med" len="med"/>
                    </a:lnT>
                    <a:lnB w="9525" cap="flat" cmpd="sng" algn="ctr">
                      <a:solidFill>
                        <a:srgbClr val="E3E3E6"/>
                      </a:solidFill>
                      <a:prstDash val="solid"/>
                      <a:round/>
                      <a:headEnd type="none" w="med" len="med"/>
                      <a:tailEnd type="none" w="med" len="med"/>
                    </a:lnB>
                  </a:tcPr>
                </a:tc>
                <a:tc>
                  <a:txBody>
                    <a:bodyPr/>
                    <a:lstStyle/>
                    <a:p>
                      <a:pPr indent="0" marL="0">
                        <a:buNone/>
                      </a:pPr>
                      <a:r>
                        <a:rPr lang="en-US" sz="1200" b="1" dirty="0">
                          <a:solidFill>
                            <a:srgbClr val="6E6E73"/>
                          </a:solidFill>
                          <a:latin typeface="Arial" pitchFamily="34" charset="0"/>
                          <a:ea typeface="Arial" pitchFamily="34" charset="-122"/>
                          <a:cs typeface="Arial" pitchFamily="34" charset="-120"/>
                        </a:rPr>
                        <a:t>이름 Name</a:t>
                      </a:r>
                      <a:endParaRPr lang="en-US" sz="1200" dirty="0">
                        <a:latin typeface="Arial" charset="0"/>
                        <a:ea typeface="Arial" charset="0"/>
                        <a:cs typeface="Arial" charset="0"/>
                      </a:endParaRPr>
                    </a:p>
                  </a:txBody>
                  <a:tcPr marL="73152" marR="73152" marT="0" marB="0" anchor="ctr">
                    <a:lnL w="9525" cap="flat" cmpd="sng" algn="ctr">
                      <a:solidFill>
                        <a:srgbClr val="E3E3E6"/>
                      </a:solidFill>
                      <a:prstDash val="solid"/>
                      <a:round/>
                      <a:headEnd type="none" w="med" len="med"/>
                      <a:tailEnd type="none" w="med" len="med"/>
                    </a:lnL>
                    <a:lnR w="9525" cap="flat" cmpd="sng" algn="ctr">
                      <a:solidFill>
                        <a:srgbClr val="E3E3E6"/>
                      </a:solidFill>
                      <a:prstDash val="solid"/>
                      <a:round/>
                      <a:headEnd type="none" w="med" len="med"/>
                      <a:tailEnd type="none" w="med" len="med"/>
                    </a:lnR>
                    <a:lnT w="9525" cap="flat" cmpd="sng" algn="ctr">
                      <a:solidFill>
                        <a:srgbClr val="E3E3E6"/>
                      </a:solidFill>
                      <a:prstDash val="solid"/>
                      <a:round/>
                      <a:headEnd type="none" w="med" len="med"/>
                      <a:tailEnd type="none" w="med" len="med"/>
                    </a:lnT>
                    <a:lnB w="9525" cap="flat" cmpd="sng" algn="ctr">
                      <a:solidFill>
                        <a:srgbClr val="E3E3E6"/>
                      </a:solidFill>
                      <a:prstDash val="solid"/>
                      <a:round/>
                      <a:headEnd type="none" w="med" len="med"/>
                      <a:tailEnd type="none" w="med" len="med"/>
                    </a:lnB>
                  </a:tcPr>
                </a:tc>
              </a:tr>
              <a:tr h="512064">
                <a:tc>
                  <a:txBody>
                    <a:bodyPr/>
                    <a:lstStyle/>
                    <a:p>
                      <a:pPr indent="0" marL="0">
                        <a:buNone/>
                      </a:pPr>
                      <a:r>
                        <a:rPr lang="en-US" sz="1400" b="1" dirty="0">
                          <a:solidFill>
                            <a:srgbClr val="1D1D1F"/>
                          </a:solidFill>
                          <a:latin typeface="Arial" pitchFamily="34" charset="0"/>
                          <a:ea typeface="Arial" pitchFamily="34" charset="-122"/>
                          <a:cs typeface="Arial" pitchFamily="34" charset="-120"/>
                        </a:rPr>
                        <a:t>08  접수 · 명찰</a:t>
                      </a:r>
                      <a:endParaRPr lang="en-US" sz="1400" dirty="0">
                        <a:latin typeface="Arial" charset="0"/>
                        <a:ea typeface="Arial" charset="0"/>
                        <a:cs typeface="Arial" charset="0"/>
                      </a:endParaRPr>
                    </a:p>
                  </a:txBody>
                  <a:tcPr marL="73152" marR="73152" marT="0" marB="0" anchor="ctr">
                    <a:lnL w="9525" cap="flat" cmpd="sng" algn="ctr">
                      <a:solidFill>
                        <a:srgbClr val="E3E3E6"/>
                      </a:solidFill>
                      <a:prstDash val="solid"/>
                      <a:round/>
                      <a:headEnd type="none" w="med" len="med"/>
                      <a:tailEnd type="none" w="med" len="med"/>
                    </a:lnL>
                    <a:lnR w="9525" cap="flat" cmpd="sng" algn="ctr">
                      <a:solidFill>
                        <a:srgbClr val="E3E3E6"/>
                      </a:solidFill>
                      <a:prstDash val="solid"/>
                      <a:round/>
                      <a:headEnd type="none" w="med" len="med"/>
                      <a:tailEnd type="none" w="med" len="med"/>
                    </a:lnR>
                    <a:lnT w="9525" cap="flat" cmpd="sng" algn="ctr">
                      <a:solidFill>
                        <a:srgbClr val="E3E3E6"/>
                      </a:solidFill>
                      <a:prstDash val="solid"/>
                      <a:round/>
                      <a:headEnd type="none" w="med" len="med"/>
                      <a:tailEnd type="none" w="med" len="med"/>
                    </a:lnT>
                    <a:lnB w="9525" cap="flat" cmpd="sng" algn="ctr">
                      <a:solidFill>
                        <a:srgbClr val="E3E3E6"/>
                      </a:solidFill>
                      <a:prstDash val="solid"/>
                      <a:round/>
                      <a:headEnd type="none" w="med" len="med"/>
                      <a:tailEnd type="none" w="med" len="med"/>
                    </a:lnB>
                  </a:tcPr>
                </a:tc>
                <a:tc>
                  <a:txBody>
                    <a:bodyPr/>
                    <a:lstStyle/>
                    <a:p>
                      <a:pPr algn="ctr" indent="0" marL="0">
                        <a:buNone/>
                      </a:pPr>
                      <a:r>
                        <a:rPr lang="en-US" sz="1300" dirty="0">
                          <a:solidFill>
                            <a:srgbClr val="1F4788"/>
                          </a:solidFill>
                          <a:latin typeface="Arial" pitchFamily="34" charset="0"/>
                          <a:ea typeface="Arial" pitchFamily="34" charset="-122"/>
                          <a:cs typeface="Arial" pitchFamily="34" charset="-120"/>
                        </a:rPr>
                        <a:t>2명</a:t>
                      </a:r>
                      <a:endParaRPr lang="en-US" sz="1300" dirty="0">
                        <a:latin typeface="Arial" charset="0"/>
                        <a:ea typeface="Arial" charset="0"/>
                        <a:cs typeface="Arial" charset="0"/>
                      </a:endParaRPr>
                    </a:p>
                  </a:txBody>
                  <a:tcPr marL="73152" marR="73152" marT="0" marB="0" anchor="ctr">
                    <a:lnL w="9525" cap="flat" cmpd="sng" algn="ctr">
                      <a:solidFill>
                        <a:srgbClr val="E3E3E6"/>
                      </a:solidFill>
                      <a:prstDash val="solid"/>
                      <a:round/>
                      <a:headEnd type="none" w="med" len="med"/>
                      <a:tailEnd type="none" w="med" len="med"/>
                    </a:lnL>
                    <a:lnR w="9525" cap="flat" cmpd="sng" algn="ctr">
                      <a:solidFill>
                        <a:srgbClr val="E3E3E6"/>
                      </a:solidFill>
                      <a:prstDash val="solid"/>
                      <a:round/>
                      <a:headEnd type="none" w="med" len="med"/>
                      <a:tailEnd type="none" w="med" len="med"/>
                    </a:lnR>
                    <a:lnT w="9525" cap="flat" cmpd="sng" algn="ctr">
                      <a:solidFill>
                        <a:srgbClr val="E3E3E6"/>
                      </a:solidFill>
                      <a:prstDash val="solid"/>
                      <a:round/>
                      <a:headEnd type="none" w="med" len="med"/>
                      <a:tailEnd type="none" w="med" len="med"/>
                    </a:lnT>
                    <a:lnB w="9525" cap="flat" cmpd="sng" algn="ctr">
                      <a:solidFill>
                        <a:srgbClr val="E3E3E6"/>
                      </a:solidFill>
                      <a:prstDash val="solid"/>
                      <a:round/>
                      <a:headEnd type="none" w="med" len="med"/>
                      <a:tailEnd type="none" w="med" len="med"/>
                    </a:lnB>
                  </a:tcPr>
                </a:tc>
                <a:tc>
                  <a:txBody>
                    <a:bodyPr/>
                    <a:lstStyle/>
                    <a:p>
                      <a:pPr indent="0" marL="0">
                        <a:buNone/>
                      </a:pPr>
                      <a:endParaRPr lang="en-US" sz="1200" dirty="0">
                        <a:latin typeface="Arial" charset="0"/>
                        <a:ea typeface="Arial" charset="0"/>
                        <a:cs typeface="Arial" charset="0"/>
                      </a:endParaRPr>
                    </a:p>
                  </a:txBody>
                  <a:tcPr marL="73152" marR="73152" marT="0" marB="0" anchor="ctr">
                    <a:lnL w="9525" cap="flat" cmpd="sng" algn="ctr">
                      <a:solidFill>
                        <a:srgbClr val="E3E3E6"/>
                      </a:solidFill>
                      <a:prstDash val="solid"/>
                      <a:round/>
                      <a:headEnd type="none" w="med" len="med"/>
                      <a:tailEnd type="none" w="med" len="med"/>
                    </a:lnL>
                    <a:lnR w="9525" cap="flat" cmpd="sng" algn="ctr">
                      <a:solidFill>
                        <a:srgbClr val="E3E3E6"/>
                      </a:solidFill>
                      <a:prstDash val="solid"/>
                      <a:round/>
                      <a:headEnd type="none" w="med" len="med"/>
                      <a:tailEnd type="none" w="med" len="med"/>
                    </a:lnR>
                    <a:lnT w="9525" cap="flat" cmpd="sng" algn="ctr">
                      <a:solidFill>
                        <a:srgbClr val="E3E3E6"/>
                      </a:solidFill>
                      <a:prstDash val="solid"/>
                      <a:round/>
                      <a:headEnd type="none" w="med" len="med"/>
                      <a:tailEnd type="none" w="med" len="med"/>
                    </a:lnT>
                    <a:lnB w="9525" cap="flat" cmpd="sng" algn="ctr">
                      <a:solidFill>
                        <a:srgbClr val="E3E3E6"/>
                      </a:solidFill>
                      <a:prstDash val="solid"/>
                      <a:round/>
                      <a:headEnd type="none" w="med" len="med"/>
                      <a:tailEnd type="none" w="med" len="med"/>
                    </a:lnB>
                  </a:tcPr>
                </a:tc>
              </a:tr>
              <a:tr h="512064">
                <a:tc>
                  <a:txBody>
                    <a:bodyPr/>
                    <a:lstStyle/>
                    <a:p>
                      <a:pPr indent="0" marL="0">
                        <a:buNone/>
                      </a:pPr>
                      <a:r>
                        <a:rPr lang="en-US" sz="1400" b="1" dirty="0">
                          <a:solidFill>
                            <a:srgbClr val="1D1D1F"/>
                          </a:solidFill>
                          <a:latin typeface="Arial" pitchFamily="34" charset="0"/>
                          <a:ea typeface="Arial" pitchFamily="34" charset="-122"/>
                          <a:cs typeface="Arial" pitchFamily="34" charset="-120"/>
                        </a:rPr>
                        <a:t>09  게임 진행 · 심판</a:t>
                      </a:r>
                      <a:endParaRPr lang="en-US" sz="1400" dirty="0">
                        <a:latin typeface="Arial" charset="0"/>
                        <a:ea typeface="Arial" charset="0"/>
                        <a:cs typeface="Arial" charset="0"/>
                      </a:endParaRPr>
                    </a:p>
                  </a:txBody>
                  <a:tcPr marL="73152" marR="73152" marT="0" marB="0" anchor="ctr">
                    <a:lnL w="9525" cap="flat" cmpd="sng" algn="ctr">
                      <a:solidFill>
                        <a:srgbClr val="E3E3E6"/>
                      </a:solidFill>
                      <a:prstDash val="solid"/>
                      <a:round/>
                      <a:headEnd type="none" w="med" len="med"/>
                      <a:tailEnd type="none" w="med" len="med"/>
                    </a:lnL>
                    <a:lnR w="9525" cap="flat" cmpd="sng" algn="ctr">
                      <a:solidFill>
                        <a:srgbClr val="E3E3E6"/>
                      </a:solidFill>
                      <a:prstDash val="solid"/>
                      <a:round/>
                      <a:headEnd type="none" w="med" len="med"/>
                      <a:tailEnd type="none" w="med" len="med"/>
                    </a:lnR>
                    <a:lnT w="9525" cap="flat" cmpd="sng" algn="ctr">
                      <a:solidFill>
                        <a:srgbClr val="E3E3E6"/>
                      </a:solidFill>
                      <a:prstDash val="solid"/>
                      <a:round/>
                      <a:headEnd type="none" w="med" len="med"/>
                      <a:tailEnd type="none" w="med" len="med"/>
                    </a:lnT>
                    <a:lnB w="9525" cap="flat" cmpd="sng" algn="ctr">
                      <a:solidFill>
                        <a:srgbClr val="E3E3E6"/>
                      </a:solidFill>
                      <a:prstDash val="solid"/>
                      <a:round/>
                      <a:headEnd type="none" w="med" len="med"/>
                      <a:tailEnd type="none" w="med" len="med"/>
                    </a:lnB>
                  </a:tcPr>
                </a:tc>
                <a:tc>
                  <a:txBody>
                    <a:bodyPr/>
                    <a:lstStyle/>
                    <a:p>
                      <a:pPr algn="ctr" indent="0" marL="0">
                        <a:buNone/>
                      </a:pPr>
                      <a:r>
                        <a:rPr lang="en-US" sz="1300" dirty="0">
                          <a:solidFill>
                            <a:srgbClr val="1F4788"/>
                          </a:solidFill>
                          <a:latin typeface="Arial" pitchFamily="34" charset="0"/>
                          <a:ea typeface="Arial" pitchFamily="34" charset="-122"/>
                          <a:cs typeface="Arial" pitchFamily="34" charset="-120"/>
                        </a:rPr>
                        <a:t>4명</a:t>
                      </a:r>
                      <a:endParaRPr lang="en-US" sz="1300" dirty="0">
                        <a:latin typeface="Arial" charset="0"/>
                        <a:ea typeface="Arial" charset="0"/>
                        <a:cs typeface="Arial" charset="0"/>
                      </a:endParaRPr>
                    </a:p>
                  </a:txBody>
                  <a:tcPr marL="73152" marR="73152" marT="0" marB="0" anchor="ctr">
                    <a:lnL w="9525" cap="flat" cmpd="sng" algn="ctr">
                      <a:solidFill>
                        <a:srgbClr val="E3E3E6"/>
                      </a:solidFill>
                      <a:prstDash val="solid"/>
                      <a:round/>
                      <a:headEnd type="none" w="med" len="med"/>
                      <a:tailEnd type="none" w="med" len="med"/>
                    </a:lnL>
                    <a:lnR w="9525" cap="flat" cmpd="sng" algn="ctr">
                      <a:solidFill>
                        <a:srgbClr val="E3E3E6"/>
                      </a:solidFill>
                      <a:prstDash val="solid"/>
                      <a:round/>
                      <a:headEnd type="none" w="med" len="med"/>
                      <a:tailEnd type="none" w="med" len="med"/>
                    </a:lnR>
                    <a:lnT w="9525" cap="flat" cmpd="sng" algn="ctr">
                      <a:solidFill>
                        <a:srgbClr val="E3E3E6"/>
                      </a:solidFill>
                      <a:prstDash val="solid"/>
                      <a:round/>
                      <a:headEnd type="none" w="med" len="med"/>
                      <a:tailEnd type="none" w="med" len="med"/>
                    </a:lnT>
                    <a:lnB w="9525" cap="flat" cmpd="sng" algn="ctr">
                      <a:solidFill>
                        <a:srgbClr val="E3E3E6"/>
                      </a:solidFill>
                      <a:prstDash val="solid"/>
                      <a:round/>
                      <a:headEnd type="none" w="med" len="med"/>
                      <a:tailEnd type="none" w="med" len="med"/>
                    </a:lnB>
                  </a:tcPr>
                </a:tc>
                <a:tc>
                  <a:txBody>
                    <a:bodyPr/>
                    <a:lstStyle/>
                    <a:p>
                      <a:pPr indent="0" marL="0">
                        <a:buNone/>
                      </a:pPr>
                      <a:endParaRPr lang="en-US" sz="1200" dirty="0">
                        <a:latin typeface="Arial" charset="0"/>
                        <a:ea typeface="Arial" charset="0"/>
                        <a:cs typeface="Arial" charset="0"/>
                      </a:endParaRPr>
                    </a:p>
                  </a:txBody>
                  <a:tcPr marL="73152" marR="73152" marT="0" marB="0" anchor="ctr">
                    <a:lnL w="9525" cap="flat" cmpd="sng" algn="ctr">
                      <a:solidFill>
                        <a:srgbClr val="E3E3E6"/>
                      </a:solidFill>
                      <a:prstDash val="solid"/>
                      <a:round/>
                      <a:headEnd type="none" w="med" len="med"/>
                      <a:tailEnd type="none" w="med" len="med"/>
                    </a:lnL>
                    <a:lnR w="9525" cap="flat" cmpd="sng" algn="ctr">
                      <a:solidFill>
                        <a:srgbClr val="E3E3E6"/>
                      </a:solidFill>
                      <a:prstDash val="solid"/>
                      <a:round/>
                      <a:headEnd type="none" w="med" len="med"/>
                      <a:tailEnd type="none" w="med" len="med"/>
                    </a:lnR>
                    <a:lnT w="9525" cap="flat" cmpd="sng" algn="ctr">
                      <a:solidFill>
                        <a:srgbClr val="E3E3E6"/>
                      </a:solidFill>
                      <a:prstDash val="solid"/>
                      <a:round/>
                      <a:headEnd type="none" w="med" len="med"/>
                      <a:tailEnd type="none" w="med" len="med"/>
                    </a:lnT>
                    <a:lnB w="9525" cap="flat" cmpd="sng" algn="ctr">
                      <a:solidFill>
                        <a:srgbClr val="E3E3E6"/>
                      </a:solidFill>
                      <a:prstDash val="solid"/>
                      <a:round/>
                      <a:headEnd type="none" w="med" len="med"/>
                      <a:tailEnd type="none" w="med" len="med"/>
                    </a:lnB>
                  </a:tcPr>
                </a:tc>
              </a:tr>
              <a:tr h="512064">
                <a:tc>
                  <a:txBody>
                    <a:bodyPr/>
                    <a:lstStyle/>
                    <a:p>
                      <a:pPr indent="0" marL="0">
                        <a:buNone/>
                      </a:pPr>
                      <a:r>
                        <a:rPr lang="en-US" sz="1400" b="1" dirty="0">
                          <a:solidFill>
                            <a:srgbClr val="1D1D1F"/>
                          </a:solidFill>
                          <a:latin typeface="Arial" pitchFamily="34" charset="0"/>
                          <a:ea typeface="Arial" pitchFamily="34" charset="-122"/>
                          <a:cs typeface="Arial" pitchFamily="34" charset="-120"/>
                        </a:rPr>
                        <a:t>10  시상 · 상품</a:t>
                      </a:r>
                      <a:endParaRPr lang="en-US" sz="1400" dirty="0">
                        <a:latin typeface="Arial" charset="0"/>
                        <a:ea typeface="Arial" charset="0"/>
                        <a:cs typeface="Arial" charset="0"/>
                      </a:endParaRPr>
                    </a:p>
                  </a:txBody>
                  <a:tcPr marL="73152" marR="73152" marT="0" marB="0" anchor="ctr">
                    <a:lnL w="9525" cap="flat" cmpd="sng" algn="ctr">
                      <a:solidFill>
                        <a:srgbClr val="E3E3E6"/>
                      </a:solidFill>
                      <a:prstDash val="solid"/>
                      <a:round/>
                      <a:headEnd type="none" w="med" len="med"/>
                      <a:tailEnd type="none" w="med" len="med"/>
                    </a:lnL>
                    <a:lnR w="9525" cap="flat" cmpd="sng" algn="ctr">
                      <a:solidFill>
                        <a:srgbClr val="E3E3E6"/>
                      </a:solidFill>
                      <a:prstDash val="solid"/>
                      <a:round/>
                      <a:headEnd type="none" w="med" len="med"/>
                      <a:tailEnd type="none" w="med" len="med"/>
                    </a:lnR>
                    <a:lnT w="9525" cap="flat" cmpd="sng" algn="ctr">
                      <a:solidFill>
                        <a:srgbClr val="E3E3E6"/>
                      </a:solidFill>
                      <a:prstDash val="solid"/>
                      <a:round/>
                      <a:headEnd type="none" w="med" len="med"/>
                      <a:tailEnd type="none" w="med" len="med"/>
                    </a:lnT>
                    <a:lnB w="9525" cap="flat" cmpd="sng" algn="ctr">
                      <a:solidFill>
                        <a:srgbClr val="E3E3E6"/>
                      </a:solidFill>
                      <a:prstDash val="solid"/>
                      <a:round/>
                      <a:headEnd type="none" w="med" len="med"/>
                      <a:tailEnd type="none" w="med" len="med"/>
                    </a:lnB>
                  </a:tcPr>
                </a:tc>
                <a:tc>
                  <a:txBody>
                    <a:bodyPr/>
                    <a:lstStyle/>
                    <a:p>
                      <a:pPr algn="ctr" indent="0" marL="0">
                        <a:buNone/>
                      </a:pPr>
                      <a:r>
                        <a:rPr lang="en-US" sz="1300" dirty="0">
                          <a:solidFill>
                            <a:srgbClr val="1F4788"/>
                          </a:solidFill>
                          <a:latin typeface="Arial" pitchFamily="34" charset="0"/>
                          <a:ea typeface="Arial" pitchFamily="34" charset="-122"/>
                          <a:cs typeface="Arial" pitchFamily="34" charset="-120"/>
                        </a:rPr>
                        <a:t>1명</a:t>
                      </a:r>
                      <a:endParaRPr lang="en-US" sz="1300" dirty="0">
                        <a:latin typeface="Arial" charset="0"/>
                        <a:ea typeface="Arial" charset="0"/>
                        <a:cs typeface="Arial" charset="0"/>
                      </a:endParaRPr>
                    </a:p>
                  </a:txBody>
                  <a:tcPr marL="73152" marR="73152" marT="0" marB="0" anchor="ctr">
                    <a:lnL w="9525" cap="flat" cmpd="sng" algn="ctr">
                      <a:solidFill>
                        <a:srgbClr val="E3E3E6"/>
                      </a:solidFill>
                      <a:prstDash val="solid"/>
                      <a:round/>
                      <a:headEnd type="none" w="med" len="med"/>
                      <a:tailEnd type="none" w="med" len="med"/>
                    </a:lnL>
                    <a:lnR w="9525" cap="flat" cmpd="sng" algn="ctr">
                      <a:solidFill>
                        <a:srgbClr val="E3E3E6"/>
                      </a:solidFill>
                      <a:prstDash val="solid"/>
                      <a:round/>
                      <a:headEnd type="none" w="med" len="med"/>
                      <a:tailEnd type="none" w="med" len="med"/>
                    </a:lnR>
                    <a:lnT w="9525" cap="flat" cmpd="sng" algn="ctr">
                      <a:solidFill>
                        <a:srgbClr val="E3E3E6"/>
                      </a:solidFill>
                      <a:prstDash val="solid"/>
                      <a:round/>
                      <a:headEnd type="none" w="med" len="med"/>
                      <a:tailEnd type="none" w="med" len="med"/>
                    </a:lnT>
                    <a:lnB w="9525" cap="flat" cmpd="sng" algn="ctr">
                      <a:solidFill>
                        <a:srgbClr val="E3E3E6"/>
                      </a:solidFill>
                      <a:prstDash val="solid"/>
                      <a:round/>
                      <a:headEnd type="none" w="med" len="med"/>
                      <a:tailEnd type="none" w="med" len="med"/>
                    </a:lnB>
                  </a:tcPr>
                </a:tc>
                <a:tc>
                  <a:txBody>
                    <a:bodyPr/>
                    <a:lstStyle/>
                    <a:p>
                      <a:pPr indent="0" marL="0">
                        <a:buNone/>
                      </a:pPr>
                      <a:endParaRPr lang="en-US" sz="1200" dirty="0">
                        <a:latin typeface="Arial" charset="0"/>
                        <a:ea typeface="Arial" charset="0"/>
                        <a:cs typeface="Arial" charset="0"/>
                      </a:endParaRPr>
                    </a:p>
                  </a:txBody>
                  <a:tcPr marL="73152" marR="73152" marT="0" marB="0" anchor="ctr">
                    <a:lnL w="9525" cap="flat" cmpd="sng" algn="ctr">
                      <a:solidFill>
                        <a:srgbClr val="E3E3E6"/>
                      </a:solidFill>
                      <a:prstDash val="solid"/>
                      <a:round/>
                      <a:headEnd type="none" w="med" len="med"/>
                      <a:tailEnd type="none" w="med" len="med"/>
                    </a:lnL>
                    <a:lnR w="9525" cap="flat" cmpd="sng" algn="ctr">
                      <a:solidFill>
                        <a:srgbClr val="E3E3E6"/>
                      </a:solidFill>
                      <a:prstDash val="solid"/>
                      <a:round/>
                      <a:headEnd type="none" w="med" len="med"/>
                      <a:tailEnd type="none" w="med" len="med"/>
                    </a:lnR>
                    <a:lnT w="9525" cap="flat" cmpd="sng" algn="ctr">
                      <a:solidFill>
                        <a:srgbClr val="E3E3E6"/>
                      </a:solidFill>
                      <a:prstDash val="solid"/>
                      <a:round/>
                      <a:headEnd type="none" w="med" len="med"/>
                      <a:tailEnd type="none" w="med" len="med"/>
                    </a:lnT>
                    <a:lnB w="9525" cap="flat" cmpd="sng" algn="ctr">
                      <a:solidFill>
                        <a:srgbClr val="E3E3E6"/>
                      </a:solidFill>
                      <a:prstDash val="solid"/>
                      <a:round/>
                      <a:headEnd type="none" w="med" len="med"/>
                      <a:tailEnd type="none" w="med" len="med"/>
                    </a:lnB>
                  </a:tcPr>
                </a:tc>
              </a:tr>
              <a:tr h="512064">
                <a:tc>
                  <a:txBody>
                    <a:bodyPr/>
                    <a:lstStyle/>
                    <a:p>
                      <a:pPr indent="0" marL="0">
                        <a:buNone/>
                      </a:pPr>
                      <a:r>
                        <a:rPr lang="en-US" sz="1400" b="1" dirty="0">
                          <a:solidFill>
                            <a:srgbClr val="1D1D1F"/>
                          </a:solidFill>
                          <a:latin typeface="Arial" pitchFamily="34" charset="0"/>
                          <a:ea typeface="Arial" pitchFamily="34" charset="-122"/>
                          <a:cs typeface="Arial" pitchFamily="34" charset="-120"/>
                        </a:rPr>
                        <a:t>11  사진 촬영</a:t>
                      </a:r>
                      <a:endParaRPr lang="en-US" sz="1400" dirty="0">
                        <a:latin typeface="Arial" charset="0"/>
                        <a:ea typeface="Arial" charset="0"/>
                        <a:cs typeface="Arial" charset="0"/>
                      </a:endParaRPr>
                    </a:p>
                  </a:txBody>
                  <a:tcPr marL="73152" marR="73152" marT="0" marB="0" anchor="ctr">
                    <a:lnL w="9525" cap="flat" cmpd="sng" algn="ctr">
                      <a:solidFill>
                        <a:srgbClr val="E3E3E6"/>
                      </a:solidFill>
                      <a:prstDash val="solid"/>
                      <a:round/>
                      <a:headEnd type="none" w="med" len="med"/>
                      <a:tailEnd type="none" w="med" len="med"/>
                    </a:lnL>
                    <a:lnR w="9525" cap="flat" cmpd="sng" algn="ctr">
                      <a:solidFill>
                        <a:srgbClr val="E3E3E6"/>
                      </a:solidFill>
                      <a:prstDash val="solid"/>
                      <a:round/>
                      <a:headEnd type="none" w="med" len="med"/>
                      <a:tailEnd type="none" w="med" len="med"/>
                    </a:lnR>
                    <a:lnT w="9525" cap="flat" cmpd="sng" algn="ctr">
                      <a:solidFill>
                        <a:srgbClr val="E3E3E6"/>
                      </a:solidFill>
                      <a:prstDash val="solid"/>
                      <a:round/>
                      <a:headEnd type="none" w="med" len="med"/>
                      <a:tailEnd type="none" w="med" len="med"/>
                    </a:lnT>
                    <a:lnB w="9525" cap="flat" cmpd="sng" algn="ctr">
                      <a:solidFill>
                        <a:srgbClr val="E3E3E6"/>
                      </a:solidFill>
                      <a:prstDash val="solid"/>
                      <a:round/>
                      <a:headEnd type="none" w="med" len="med"/>
                      <a:tailEnd type="none" w="med" len="med"/>
                    </a:lnB>
                  </a:tcPr>
                </a:tc>
                <a:tc>
                  <a:txBody>
                    <a:bodyPr/>
                    <a:lstStyle/>
                    <a:p>
                      <a:pPr algn="ctr" indent="0" marL="0">
                        <a:buNone/>
                      </a:pPr>
                      <a:r>
                        <a:rPr lang="en-US" sz="1300" dirty="0">
                          <a:solidFill>
                            <a:srgbClr val="1F4788"/>
                          </a:solidFill>
                          <a:latin typeface="Arial" pitchFamily="34" charset="0"/>
                          <a:ea typeface="Arial" pitchFamily="34" charset="-122"/>
                          <a:cs typeface="Arial" pitchFamily="34" charset="-120"/>
                        </a:rPr>
                        <a:t>1명</a:t>
                      </a:r>
                      <a:endParaRPr lang="en-US" sz="1300" dirty="0">
                        <a:latin typeface="Arial" charset="0"/>
                        <a:ea typeface="Arial" charset="0"/>
                        <a:cs typeface="Arial" charset="0"/>
                      </a:endParaRPr>
                    </a:p>
                  </a:txBody>
                  <a:tcPr marL="73152" marR="73152" marT="0" marB="0" anchor="ctr">
                    <a:lnL w="9525" cap="flat" cmpd="sng" algn="ctr">
                      <a:solidFill>
                        <a:srgbClr val="E3E3E6"/>
                      </a:solidFill>
                      <a:prstDash val="solid"/>
                      <a:round/>
                      <a:headEnd type="none" w="med" len="med"/>
                      <a:tailEnd type="none" w="med" len="med"/>
                    </a:lnL>
                    <a:lnR w="9525" cap="flat" cmpd="sng" algn="ctr">
                      <a:solidFill>
                        <a:srgbClr val="E3E3E6"/>
                      </a:solidFill>
                      <a:prstDash val="solid"/>
                      <a:round/>
                      <a:headEnd type="none" w="med" len="med"/>
                      <a:tailEnd type="none" w="med" len="med"/>
                    </a:lnR>
                    <a:lnT w="9525" cap="flat" cmpd="sng" algn="ctr">
                      <a:solidFill>
                        <a:srgbClr val="E3E3E6"/>
                      </a:solidFill>
                      <a:prstDash val="solid"/>
                      <a:round/>
                      <a:headEnd type="none" w="med" len="med"/>
                      <a:tailEnd type="none" w="med" len="med"/>
                    </a:lnT>
                    <a:lnB w="9525" cap="flat" cmpd="sng" algn="ctr">
                      <a:solidFill>
                        <a:srgbClr val="E3E3E6"/>
                      </a:solidFill>
                      <a:prstDash val="solid"/>
                      <a:round/>
                      <a:headEnd type="none" w="med" len="med"/>
                      <a:tailEnd type="none" w="med" len="med"/>
                    </a:lnB>
                  </a:tcPr>
                </a:tc>
                <a:tc>
                  <a:txBody>
                    <a:bodyPr/>
                    <a:lstStyle/>
                    <a:p>
                      <a:pPr indent="0" marL="0">
                        <a:buNone/>
                      </a:pPr>
                      <a:endParaRPr lang="en-US" sz="1200" dirty="0">
                        <a:latin typeface="Arial" charset="0"/>
                        <a:ea typeface="Arial" charset="0"/>
                        <a:cs typeface="Arial" charset="0"/>
                      </a:endParaRPr>
                    </a:p>
                  </a:txBody>
                  <a:tcPr marL="73152" marR="73152" marT="0" marB="0" anchor="ctr">
                    <a:lnL w="9525" cap="flat" cmpd="sng" algn="ctr">
                      <a:solidFill>
                        <a:srgbClr val="E3E3E6"/>
                      </a:solidFill>
                      <a:prstDash val="solid"/>
                      <a:round/>
                      <a:headEnd type="none" w="med" len="med"/>
                      <a:tailEnd type="none" w="med" len="med"/>
                    </a:lnL>
                    <a:lnR w="9525" cap="flat" cmpd="sng" algn="ctr">
                      <a:solidFill>
                        <a:srgbClr val="E3E3E6"/>
                      </a:solidFill>
                      <a:prstDash val="solid"/>
                      <a:round/>
                      <a:headEnd type="none" w="med" len="med"/>
                      <a:tailEnd type="none" w="med" len="med"/>
                    </a:lnR>
                    <a:lnT w="9525" cap="flat" cmpd="sng" algn="ctr">
                      <a:solidFill>
                        <a:srgbClr val="E3E3E6"/>
                      </a:solidFill>
                      <a:prstDash val="solid"/>
                      <a:round/>
                      <a:headEnd type="none" w="med" len="med"/>
                      <a:tailEnd type="none" w="med" len="med"/>
                    </a:lnT>
                    <a:lnB w="9525" cap="flat" cmpd="sng" algn="ctr">
                      <a:solidFill>
                        <a:srgbClr val="E3E3E6"/>
                      </a:solidFill>
                      <a:prstDash val="solid"/>
                      <a:round/>
                      <a:headEnd type="none" w="med" len="med"/>
                      <a:tailEnd type="none" w="med" len="med"/>
                    </a:lnB>
                  </a:tcPr>
                </a:tc>
              </a:tr>
              <a:tr h="512064">
                <a:tc>
                  <a:txBody>
                    <a:bodyPr/>
                    <a:lstStyle/>
                    <a:p>
                      <a:pPr indent="0" marL="0">
                        <a:buNone/>
                      </a:pPr>
                      <a:r>
                        <a:rPr lang="en-US" sz="1400" b="1" dirty="0">
                          <a:solidFill>
                            <a:srgbClr val="1D1D1F"/>
                          </a:solidFill>
                          <a:latin typeface="Arial" pitchFamily="34" charset="0"/>
                          <a:ea typeface="Arial" pitchFamily="34" charset="-122"/>
                          <a:cs typeface="Arial" pitchFamily="34" charset="-120"/>
                        </a:rPr>
                        <a:t>12  안전 · 응급</a:t>
                      </a:r>
                      <a:endParaRPr lang="en-US" sz="1400" dirty="0">
                        <a:latin typeface="Arial" charset="0"/>
                        <a:ea typeface="Arial" charset="0"/>
                        <a:cs typeface="Arial" charset="0"/>
                      </a:endParaRPr>
                    </a:p>
                  </a:txBody>
                  <a:tcPr marL="73152" marR="73152" marT="0" marB="0" anchor="ctr">
                    <a:lnL w="9525" cap="flat" cmpd="sng" algn="ctr">
                      <a:solidFill>
                        <a:srgbClr val="E3E3E6"/>
                      </a:solidFill>
                      <a:prstDash val="solid"/>
                      <a:round/>
                      <a:headEnd type="none" w="med" len="med"/>
                      <a:tailEnd type="none" w="med" len="med"/>
                    </a:lnL>
                    <a:lnR w="9525" cap="flat" cmpd="sng" algn="ctr">
                      <a:solidFill>
                        <a:srgbClr val="E3E3E6"/>
                      </a:solidFill>
                      <a:prstDash val="solid"/>
                      <a:round/>
                      <a:headEnd type="none" w="med" len="med"/>
                      <a:tailEnd type="none" w="med" len="med"/>
                    </a:lnR>
                    <a:lnT w="9525" cap="flat" cmpd="sng" algn="ctr">
                      <a:solidFill>
                        <a:srgbClr val="E3E3E6"/>
                      </a:solidFill>
                      <a:prstDash val="solid"/>
                      <a:round/>
                      <a:headEnd type="none" w="med" len="med"/>
                      <a:tailEnd type="none" w="med" len="med"/>
                    </a:lnT>
                    <a:lnB w="9525" cap="flat" cmpd="sng" algn="ctr">
                      <a:solidFill>
                        <a:srgbClr val="E3E3E6"/>
                      </a:solidFill>
                      <a:prstDash val="solid"/>
                      <a:round/>
                      <a:headEnd type="none" w="med" len="med"/>
                      <a:tailEnd type="none" w="med" len="med"/>
                    </a:lnB>
                  </a:tcPr>
                </a:tc>
                <a:tc>
                  <a:txBody>
                    <a:bodyPr/>
                    <a:lstStyle/>
                    <a:p>
                      <a:pPr algn="ctr" indent="0" marL="0">
                        <a:buNone/>
                      </a:pPr>
                      <a:r>
                        <a:rPr lang="en-US" sz="1300" dirty="0">
                          <a:solidFill>
                            <a:srgbClr val="1F4788"/>
                          </a:solidFill>
                          <a:latin typeface="Arial" pitchFamily="34" charset="0"/>
                          <a:ea typeface="Arial" pitchFamily="34" charset="-122"/>
                          <a:cs typeface="Arial" pitchFamily="34" charset="-120"/>
                        </a:rPr>
                        <a:t>1명</a:t>
                      </a:r>
                      <a:endParaRPr lang="en-US" sz="1300" dirty="0">
                        <a:latin typeface="Arial" charset="0"/>
                        <a:ea typeface="Arial" charset="0"/>
                        <a:cs typeface="Arial" charset="0"/>
                      </a:endParaRPr>
                    </a:p>
                  </a:txBody>
                  <a:tcPr marL="73152" marR="73152" marT="0" marB="0" anchor="ctr">
                    <a:lnL w="9525" cap="flat" cmpd="sng" algn="ctr">
                      <a:solidFill>
                        <a:srgbClr val="E3E3E6"/>
                      </a:solidFill>
                      <a:prstDash val="solid"/>
                      <a:round/>
                      <a:headEnd type="none" w="med" len="med"/>
                      <a:tailEnd type="none" w="med" len="med"/>
                    </a:lnL>
                    <a:lnR w="9525" cap="flat" cmpd="sng" algn="ctr">
                      <a:solidFill>
                        <a:srgbClr val="E3E3E6"/>
                      </a:solidFill>
                      <a:prstDash val="solid"/>
                      <a:round/>
                      <a:headEnd type="none" w="med" len="med"/>
                      <a:tailEnd type="none" w="med" len="med"/>
                    </a:lnR>
                    <a:lnT w="9525" cap="flat" cmpd="sng" algn="ctr">
                      <a:solidFill>
                        <a:srgbClr val="E3E3E6"/>
                      </a:solidFill>
                      <a:prstDash val="solid"/>
                      <a:round/>
                      <a:headEnd type="none" w="med" len="med"/>
                      <a:tailEnd type="none" w="med" len="med"/>
                    </a:lnT>
                    <a:lnB w="9525" cap="flat" cmpd="sng" algn="ctr">
                      <a:solidFill>
                        <a:srgbClr val="E3E3E6"/>
                      </a:solidFill>
                      <a:prstDash val="solid"/>
                      <a:round/>
                      <a:headEnd type="none" w="med" len="med"/>
                      <a:tailEnd type="none" w="med" len="med"/>
                    </a:lnB>
                  </a:tcPr>
                </a:tc>
                <a:tc>
                  <a:txBody>
                    <a:bodyPr/>
                    <a:lstStyle/>
                    <a:p>
                      <a:pPr indent="0" marL="0">
                        <a:buNone/>
                      </a:pPr>
                      <a:endParaRPr lang="en-US" sz="1200" dirty="0">
                        <a:latin typeface="Arial" charset="0"/>
                        <a:ea typeface="Arial" charset="0"/>
                        <a:cs typeface="Arial" charset="0"/>
                      </a:endParaRPr>
                    </a:p>
                  </a:txBody>
                  <a:tcPr marL="73152" marR="73152" marT="0" marB="0" anchor="ctr">
                    <a:lnL w="9525" cap="flat" cmpd="sng" algn="ctr">
                      <a:solidFill>
                        <a:srgbClr val="E3E3E6"/>
                      </a:solidFill>
                      <a:prstDash val="solid"/>
                      <a:round/>
                      <a:headEnd type="none" w="med" len="med"/>
                      <a:tailEnd type="none" w="med" len="med"/>
                    </a:lnL>
                    <a:lnR w="9525" cap="flat" cmpd="sng" algn="ctr">
                      <a:solidFill>
                        <a:srgbClr val="E3E3E6"/>
                      </a:solidFill>
                      <a:prstDash val="solid"/>
                      <a:round/>
                      <a:headEnd type="none" w="med" len="med"/>
                      <a:tailEnd type="none" w="med" len="med"/>
                    </a:lnR>
                    <a:lnT w="9525" cap="flat" cmpd="sng" algn="ctr">
                      <a:solidFill>
                        <a:srgbClr val="E3E3E6"/>
                      </a:solidFill>
                      <a:prstDash val="solid"/>
                      <a:round/>
                      <a:headEnd type="none" w="med" len="med"/>
                      <a:tailEnd type="none" w="med" len="med"/>
                    </a:lnT>
                    <a:lnB w="9525" cap="flat" cmpd="sng" algn="ctr">
                      <a:solidFill>
                        <a:srgbClr val="E3E3E6"/>
                      </a:solidFill>
                      <a:prstDash val="solid"/>
                      <a:round/>
                      <a:headEnd type="none" w="med" len="med"/>
                      <a:tailEnd type="none" w="med" len="med"/>
                    </a:lnB>
                  </a:tcPr>
                </a:tc>
              </a:tr>
              <a:tr h="512064">
                <a:tc>
                  <a:txBody>
                    <a:bodyPr/>
                    <a:lstStyle/>
                    <a:p>
                      <a:pPr indent="0" marL="0">
                        <a:buNone/>
                      </a:pPr>
                      <a:r>
                        <a:rPr lang="en-US" sz="1400" b="1" dirty="0">
                          <a:solidFill>
                            <a:srgbClr val="1D1D1F"/>
                          </a:solidFill>
                          <a:latin typeface="Arial" pitchFamily="34" charset="0"/>
                          <a:ea typeface="Arial" pitchFamily="34" charset="-122"/>
                          <a:cs typeface="Arial" pitchFamily="34" charset="-120"/>
                        </a:rPr>
                        <a:t>13  장비 운반</a:t>
                      </a:r>
                      <a:endParaRPr lang="en-US" sz="1400" dirty="0">
                        <a:latin typeface="Arial" charset="0"/>
                        <a:ea typeface="Arial" charset="0"/>
                        <a:cs typeface="Arial" charset="0"/>
                      </a:endParaRPr>
                    </a:p>
                  </a:txBody>
                  <a:tcPr marL="73152" marR="73152" marT="0" marB="0" anchor="ctr">
                    <a:lnL w="9525" cap="flat" cmpd="sng" algn="ctr">
                      <a:solidFill>
                        <a:srgbClr val="E3E3E6"/>
                      </a:solidFill>
                      <a:prstDash val="solid"/>
                      <a:round/>
                      <a:headEnd type="none" w="med" len="med"/>
                      <a:tailEnd type="none" w="med" len="med"/>
                    </a:lnL>
                    <a:lnR w="9525" cap="flat" cmpd="sng" algn="ctr">
                      <a:solidFill>
                        <a:srgbClr val="E3E3E6"/>
                      </a:solidFill>
                      <a:prstDash val="solid"/>
                      <a:round/>
                      <a:headEnd type="none" w="med" len="med"/>
                      <a:tailEnd type="none" w="med" len="med"/>
                    </a:lnR>
                    <a:lnT w="9525" cap="flat" cmpd="sng" algn="ctr">
                      <a:solidFill>
                        <a:srgbClr val="E3E3E6"/>
                      </a:solidFill>
                      <a:prstDash val="solid"/>
                      <a:round/>
                      <a:headEnd type="none" w="med" len="med"/>
                      <a:tailEnd type="none" w="med" len="med"/>
                    </a:lnT>
                    <a:lnB w="9525" cap="flat" cmpd="sng" algn="ctr">
                      <a:solidFill>
                        <a:srgbClr val="E3E3E6"/>
                      </a:solidFill>
                      <a:prstDash val="solid"/>
                      <a:round/>
                      <a:headEnd type="none" w="med" len="med"/>
                      <a:tailEnd type="none" w="med" len="med"/>
                    </a:lnB>
                  </a:tcPr>
                </a:tc>
                <a:tc>
                  <a:txBody>
                    <a:bodyPr/>
                    <a:lstStyle/>
                    <a:p>
                      <a:pPr algn="ctr" indent="0" marL="0">
                        <a:buNone/>
                      </a:pPr>
                      <a:r>
                        <a:rPr lang="en-US" sz="1300" dirty="0">
                          <a:solidFill>
                            <a:srgbClr val="1F4788"/>
                          </a:solidFill>
                          <a:latin typeface="Arial" pitchFamily="34" charset="0"/>
                          <a:ea typeface="Arial" pitchFamily="34" charset="-122"/>
                          <a:cs typeface="Arial" pitchFamily="34" charset="-120"/>
                        </a:rPr>
                        <a:t>2명</a:t>
                      </a:r>
                      <a:endParaRPr lang="en-US" sz="1300" dirty="0">
                        <a:latin typeface="Arial" charset="0"/>
                        <a:ea typeface="Arial" charset="0"/>
                        <a:cs typeface="Arial" charset="0"/>
                      </a:endParaRPr>
                    </a:p>
                  </a:txBody>
                  <a:tcPr marL="73152" marR="73152" marT="0" marB="0" anchor="ctr">
                    <a:lnL w="9525" cap="flat" cmpd="sng" algn="ctr">
                      <a:solidFill>
                        <a:srgbClr val="E3E3E6"/>
                      </a:solidFill>
                      <a:prstDash val="solid"/>
                      <a:round/>
                      <a:headEnd type="none" w="med" len="med"/>
                      <a:tailEnd type="none" w="med" len="med"/>
                    </a:lnL>
                    <a:lnR w="9525" cap="flat" cmpd="sng" algn="ctr">
                      <a:solidFill>
                        <a:srgbClr val="E3E3E6"/>
                      </a:solidFill>
                      <a:prstDash val="solid"/>
                      <a:round/>
                      <a:headEnd type="none" w="med" len="med"/>
                      <a:tailEnd type="none" w="med" len="med"/>
                    </a:lnR>
                    <a:lnT w="9525" cap="flat" cmpd="sng" algn="ctr">
                      <a:solidFill>
                        <a:srgbClr val="E3E3E6"/>
                      </a:solidFill>
                      <a:prstDash val="solid"/>
                      <a:round/>
                      <a:headEnd type="none" w="med" len="med"/>
                      <a:tailEnd type="none" w="med" len="med"/>
                    </a:lnT>
                    <a:lnB w="9525" cap="flat" cmpd="sng" algn="ctr">
                      <a:solidFill>
                        <a:srgbClr val="E3E3E6"/>
                      </a:solidFill>
                      <a:prstDash val="solid"/>
                      <a:round/>
                      <a:headEnd type="none" w="med" len="med"/>
                      <a:tailEnd type="none" w="med" len="med"/>
                    </a:lnB>
                  </a:tcPr>
                </a:tc>
                <a:tc>
                  <a:txBody>
                    <a:bodyPr/>
                    <a:lstStyle/>
                    <a:p>
                      <a:pPr indent="0" marL="0">
                        <a:buNone/>
                      </a:pPr>
                      <a:endParaRPr lang="en-US" sz="1200" dirty="0">
                        <a:latin typeface="Arial" charset="0"/>
                        <a:ea typeface="Arial" charset="0"/>
                        <a:cs typeface="Arial" charset="0"/>
                      </a:endParaRPr>
                    </a:p>
                  </a:txBody>
                  <a:tcPr marL="73152" marR="73152" marT="0" marB="0" anchor="ctr">
                    <a:lnL w="9525" cap="flat" cmpd="sng" algn="ctr">
                      <a:solidFill>
                        <a:srgbClr val="E3E3E6"/>
                      </a:solidFill>
                      <a:prstDash val="solid"/>
                      <a:round/>
                      <a:headEnd type="none" w="med" len="med"/>
                      <a:tailEnd type="none" w="med" len="med"/>
                    </a:lnL>
                    <a:lnR w="9525" cap="flat" cmpd="sng" algn="ctr">
                      <a:solidFill>
                        <a:srgbClr val="E3E3E6"/>
                      </a:solidFill>
                      <a:prstDash val="solid"/>
                      <a:round/>
                      <a:headEnd type="none" w="med" len="med"/>
                      <a:tailEnd type="none" w="med" len="med"/>
                    </a:lnR>
                    <a:lnT w="9525" cap="flat" cmpd="sng" algn="ctr">
                      <a:solidFill>
                        <a:srgbClr val="E3E3E6"/>
                      </a:solidFill>
                      <a:prstDash val="solid"/>
                      <a:round/>
                      <a:headEnd type="none" w="med" len="med"/>
                      <a:tailEnd type="none" w="med" len="med"/>
                    </a:lnT>
                    <a:lnB w="9525" cap="flat" cmpd="sng" algn="ctr">
                      <a:solidFill>
                        <a:srgbClr val="E3E3E6"/>
                      </a:solidFill>
                      <a:prstDash val="solid"/>
                      <a:round/>
                      <a:headEnd type="none" w="med" len="med"/>
                      <a:tailEnd type="none" w="med" len="med"/>
                    </a:lnB>
                  </a:tcPr>
                </a:tc>
              </a:tr>
              <a:tr h="512064">
                <a:tc>
                  <a:txBody>
                    <a:bodyPr/>
                    <a:lstStyle/>
                    <a:p>
                      <a:pPr indent="0" marL="0">
                        <a:buNone/>
                      </a:pPr>
                      <a:r>
                        <a:rPr lang="en-US" sz="1400" b="1" dirty="0">
                          <a:solidFill>
                            <a:srgbClr val="1D1D1F"/>
                          </a:solidFill>
                          <a:latin typeface="Arial" pitchFamily="34" charset="0"/>
                          <a:ea typeface="Arial" pitchFamily="34" charset="-122"/>
                          <a:cs typeface="Arial" pitchFamily="34" charset="-120"/>
                        </a:rPr>
                        <a:t>14  학부모 안내문</a:t>
                      </a:r>
                      <a:endParaRPr lang="en-US" sz="1400" dirty="0">
                        <a:latin typeface="Arial" charset="0"/>
                        <a:ea typeface="Arial" charset="0"/>
                        <a:cs typeface="Arial" charset="0"/>
                      </a:endParaRPr>
                    </a:p>
                  </a:txBody>
                  <a:tcPr marL="73152" marR="73152" marT="0" marB="0" anchor="ctr">
                    <a:lnL w="9525" cap="flat" cmpd="sng" algn="ctr">
                      <a:solidFill>
                        <a:srgbClr val="E3E3E6"/>
                      </a:solidFill>
                      <a:prstDash val="solid"/>
                      <a:round/>
                      <a:headEnd type="none" w="med" len="med"/>
                      <a:tailEnd type="none" w="med" len="med"/>
                    </a:lnL>
                    <a:lnR w="9525" cap="flat" cmpd="sng" algn="ctr">
                      <a:solidFill>
                        <a:srgbClr val="E3E3E6"/>
                      </a:solidFill>
                      <a:prstDash val="solid"/>
                      <a:round/>
                      <a:headEnd type="none" w="med" len="med"/>
                      <a:tailEnd type="none" w="med" len="med"/>
                    </a:lnR>
                    <a:lnT w="9525" cap="flat" cmpd="sng" algn="ctr">
                      <a:solidFill>
                        <a:srgbClr val="E3E3E6"/>
                      </a:solidFill>
                      <a:prstDash val="solid"/>
                      <a:round/>
                      <a:headEnd type="none" w="med" len="med"/>
                      <a:tailEnd type="none" w="med" len="med"/>
                    </a:lnT>
                    <a:lnB w="9525" cap="flat" cmpd="sng" algn="ctr">
                      <a:solidFill>
                        <a:srgbClr val="E3E3E6"/>
                      </a:solidFill>
                      <a:prstDash val="solid"/>
                      <a:round/>
                      <a:headEnd type="none" w="med" len="med"/>
                      <a:tailEnd type="none" w="med" len="med"/>
                    </a:lnB>
                  </a:tcPr>
                </a:tc>
                <a:tc>
                  <a:txBody>
                    <a:bodyPr/>
                    <a:lstStyle/>
                    <a:p>
                      <a:pPr algn="ctr" indent="0" marL="0">
                        <a:buNone/>
                      </a:pPr>
                      <a:r>
                        <a:rPr lang="en-US" sz="1300" dirty="0">
                          <a:solidFill>
                            <a:srgbClr val="1F4788"/>
                          </a:solidFill>
                          <a:latin typeface="Arial" pitchFamily="34" charset="0"/>
                          <a:ea typeface="Arial" pitchFamily="34" charset="-122"/>
                          <a:cs typeface="Arial" pitchFamily="34" charset="-120"/>
                        </a:rPr>
                        <a:t>1명</a:t>
                      </a:r>
                      <a:endParaRPr lang="en-US" sz="1300" dirty="0">
                        <a:latin typeface="Arial" charset="0"/>
                        <a:ea typeface="Arial" charset="0"/>
                        <a:cs typeface="Arial" charset="0"/>
                      </a:endParaRPr>
                    </a:p>
                  </a:txBody>
                  <a:tcPr marL="73152" marR="73152" marT="0" marB="0" anchor="ctr">
                    <a:lnL w="9525" cap="flat" cmpd="sng" algn="ctr">
                      <a:solidFill>
                        <a:srgbClr val="E3E3E6"/>
                      </a:solidFill>
                      <a:prstDash val="solid"/>
                      <a:round/>
                      <a:headEnd type="none" w="med" len="med"/>
                      <a:tailEnd type="none" w="med" len="med"/>
                    </a:lnL>
                    <a:lnR w="9525" cap="flat" cmpd="sng" algn="ctr">
                      <a:solidFill>
                        <a:srgbClr val="E3E3E6"/>
                      </a:solidFill>
                      <a:prstDash val="solid"/>
                      <a:round/>
                      <a:headEnd type="none" w="med" len="med"/>
                      <a:tailEnd type="none" w="med" len="med"/>
                    </a:lnR>
                    <a:lnT w="9525" cap="flat" cmpd="sng" algn="ctr">
                      <a:solidFill>
                        <a:srgbClr val="E3E3E6"/>
                      </a:solidFill>
                      <a:prstDash val="solid"/>
                      <a:round/>
                      <a:headEnd type="none" w="med" len="med"/>
                      <a:tailEnd type="none" w="med" len="med"/>
                    </a:lnT>
                    <a:lnB w="9525" cap="flat" cmpd="sng" algn="ctr">
                      <a:solidFill>
                        <a:srgbClr val="E3E3E6"/>
                      </a:solidFill>
                      <a:prstDash val="solid"/>
                      <a:round/>
                      <a:headEnd type="none" w="med" len="med"/>
                      <a:tailEnd type="none" w="med" len="med"/>
                    </a:lnB>
                  </a:tcPr>
                </a:tc>
                <a:tc>
                  <a:txBody>
                    <a:bodyPr/>
                    <a:lstStyle/>
                    <a:p>
                      <a:pPr indent="0" marL="0">
                        <a:buNone/>
                      </a:pPr>
                      <a:endParaRPr lang="en-US" sz="1200" dirty="0">
                        <a:latin typeface="Arial" charset="0"/>
                        <a:ea typeface="Arial" charset="0"/>
                        <a:cs typeface="Arial" charset="0"/>
                      </a:endParaRPr>
                    </a:p>
                  </a:txBody>
                  <a:tcPr marL="73152" marR="73152" marT="0" marB="0" anchor="ctr">
                    <a:lnL w="9525" cap="flat" cmpd="sng" algn="ctr">
                      <a:solidFill>
                        <a:srgbClr val="E3E3E6"/>
                      </a:solidFill>
                      <a:prstDash val="solid"/>
                      <a:round/>
                      <a:headEnd type="none" w="med" len="med"/>
                      <a:tailEnd type="none" w="med" len="med"/>
                    </a:lnL>
                    <a:lnR w="9525" cap="flat" cmpd="sng" algn="ctr">
                      <a:solidFill>
                        <a:srgbClr val="E3E3E6"/>
                      </a:solidFill>
                      <a:prstDash val="solid"/>
                      <a:round/>
                      <a:headEnd type="none" w="med" len="med"/>
                      <a:tailEnd type="none" w="med" len="med"/>
                    </a:lnR>
                    <a:lnT w="9525" cap="flat" cmpd="sng" algn="ctr">
                      <a:solidFill>
                        <a:srgbClr val="E3E3E6"/>
                      </a:solidFill>
                      <a:prstDash val="solid"/>
                      <a:round/>
                      <a:headEnd type="none" w="med" len="med"/>
                      <a:tailEnd type="none" w="med" len="med"/>
                    </a:lnT>
                    <a:lnB w="9525" cap="flat" cmpd="sng" algn="ctr">
                      <a:solidFill>
                        <a:srgbClr val="E3E3E6"/>
                      </a:solidFill>
                      <a:prstDash val="solid"/>
                      <a:round/>
                      <a:headEnd type="none" w="med" len="med"/>
                      <a:tailEnd type="none" w="med" len="med"/>
                    </a:lnB>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6400800"/>
            <a:ext cx="6400800" cy="274320"/>
          </a:xfrm>
          <a:prstGeom prst="rect">
            <a:avLst/>
          </a:prstGeom>
          <a:noFill/>
          <a:ln/>
        </p:spPr>
        <p:txBody>
          <a:bodyPr wrap="square" lIns="0" tIns="0" rIns="0" bIns="0" rtlCol="0" anchor="ctr"/>
          <a:lstStyle/>
          <a:p>
            <a:pPr indent="0" marL="0">
              <a:buNone/>
            </a:pPr>
            <a:r>
              <a:rPr lang="en-US" sz="1000" dirty="0">
                <a:solidFill>
                  <a:srgbClr val="6E6E73"/>
                </a:solidFill>
                <a:latin typeface="Arial" pitchFamily="34" charset="0"/>
                <a:ea typeface="Arial" pitchFamily="34" charset="-122"/>
                <a:cs typeface="Arial" pitchFamily="34" charset="-120"/>
              </a:rPr>
              <a:t>북알라바마 한국학교 · 교사회의 2026.10.03</a:t>
            </a:r>
            <a:endParaRPr lang="en-US" sz="1000" dirty="0"/>
          </a:p>
        </p:txBody>
      </p:sp>
      <p:sp>
        <p:nvSpPr>
          <p:cNvPr id="3" name="Text 1"/>
          <p:cNvSpPr txBox="1"/>
          <p:nvPr/>
        </p:nvSpPr>
        <p:spPr>
          <a:xfrm>
            <a:off x="10591495" y="6400800"/>
            <a:ext cx="914400" cy="274320"/>
          </a:xfrm>
          <a:prstGeom prst="rect">
            <a:avLst/>
          </a:prstGeom>
          <a:noFill/>
          <a:ln/>
        </p:spPr>
        <p:txBody>
          <a:bodyPr wrap="square" lIns="0" tIns="0" rIns="0" bIns="0" rtlCol="0" anchor="ctr"/>
          <a:lstStyle/>
          <a:p>
            <a:pPr algn="r" indent="0" marL="0">
              <a:buNone/>
            </a:pPr>
            <a:r>
              <a:rPr lang="en-US" sz="1000" dirty="0">
                <a:solidFill>
                  <a:srgbClr val="6E6E73"/>
                </a:solidFill>
                <a:latin typeface="Arial" pitchFamily="34" charset="0"/>
                <a:ea typeface="Arial" pitchFamily="34" charset="-122"/>
                <a:cs typeface="Arial" pitchFamily="34" charset="-120"/>
              </a:rPr>
              <a:t>14</a:t>
            </a:r>
            <a:endParaRPr lang="en-US" sz="1000" dirty="0"/>
          </a:p>
        </p:txBody>
      </p:sp>
      <p:sp>
        <p:nvSpPr>
          <p:cNvPr id="5" name="Shape 2"/>
          <p:cNvSpPr/>
          <p:nvPr/>
        </p:nvSpPr>
        <p:spPr>
          <a:xfrm>
            <a:off x="685800" y="731520"/>
            <a:ext cx="182880" cy="182880"/>
          </a:xfrm>
          <a:prstGeom prst="ellipse">
            <a:avLst/>
          </a:prstGeom>
          <a:solidFill>
            <a:srgbClr val="9BC23A"/>
          </a:solidFill>
          <a:ln w="12700">
            <a:solidFill>
              <a:srgbClr val="9BC23A"/>
            </a:solidFill>
            <a:prstDash val="solid"/>
          </a:ln>
        </p:spPr>
      </p:sp>
      <p:sp>
        <p:nvSpPr>
          <p:cNvPr id="6" name="Text 3"/>
          <p:cNvSpPr txBox="1"/>
          <p:nvPr/>
        </p:nvSpPr>
        <p:spPr>
          <a:xfrm>
            <a:off x="1051560" y="548640"/>
            <a:ext cx="10454335" cy="548640"/>
          </a:xfrm>
          <a:prstGeom prst="rect">
            <a:avLst/>
          </a:prstGeom>
          <a:noFill/>
          <a:ln/>
        </p:spPr>
        <p:txBody>
          <a:bodyPr wrap="square" lIns="0" tIns="0" rIns="0" bIns="0" rtlCol="0" anchor="ctr"/>
          <a:lstStyle/>
          <a:p>
            <a:pPr indent="0" marL="0">
              <a:buNone/>
            </a:pPr>
            <a:r>
              <a:rPr lang="en-US" sz="3200" b="1" dirty="0">
                <a:solidFill>
                  <a:srgbClr val="1D1D1F"/>
                </a:solidFill>
                <a:latin typeface="Arial" pitchFamily="34" charset="0"/>
                <a:ea typeface="Arial" pitchFamily="34" charset="-122"/>
                <a:cs typeface="Arial" pitchFamily="34" charset="-120"/>
              </a:rPr>
              <a:t>10월 24일 운동회까지</a:t>
            </a:r>
            <a:pPr indent="0" marL="0">
              <a:buNone/>
            </a:pPr>
            <a:r>
              <a:rPr lang="en-US" sz="1800" dirty="0">
                <a:solidFill>
                  <a:srgbClr val="6E6E73"/>
                </a:solidFill>
                <a:latin typeface="Arial" pitchFamily="34" charset="0"/>
                <a:ea typeface="Arial" pitchFamily="34" charset="-122"/>
                <a:cs typeface="Arial" pitchFamily="34" charset="-120"/>
              </a:rPr>
              <a:t>   Countdown to Field Day — Saturday, Oct 24</a:t>
            </a:r>
            <a:endParaRPr lang="en-US" sz="3200" dirty="0"/>
          </a:p>
        </p:txBody>
      </p:sp>
      <p:sp>
        <p:nvSpPr>
          <p:cNvPr id="7" name="Shape 4"/>
          <p:cNvSpPr/>
          <p:nvPr/>
        </p:nvSpPr>
        <p:spPr>
          <a:xfrm>
            <a:off x="685800" y="2331720"/>
            <a:ext cx="10820095" cy="0"/>
          </a:xfrm>
          <a:prstGeom prst="line">
            <a:avLst/>
          </a:prstGeom>
          <a:noFill/>
          <a:ln w="19050">
            <a:solidFill>
              <a:srgbClr val="E3E3E6"/>
            </a:solidFill>
            <a:prstDash val="solid"/>
          </a:ln>
        </p:spPr>
      </p:sp>
      <p:sp>
        <p:nvSpPr>
          <p:cNvPr id="8" name="Shape 5"/>
          <p:cNvSpPr/>
          <p:nvPr/>
        </p:nvSpPr>
        <p:spPr>
          <a:xfrm>
            <a:off x="685800" y="2221992"/>
            <a:ext cx="219456" cy="219456"/>
          </a:xfrm>
          <a:prstGeom prst="ellipse">
            <a:avLst/>
          </a:prstGeom>
          <a:solidFill>
            <a:srgbClr val="1F4788"/>
          </a:solidFill>
          <a:ln w="25400">
            <a:solidFill>
              <a:srgbClr val="FFFFFF"/>
            </a:solidFill>
            <a:prstDash val="solid"/>
          </a:ln>
        </p:spPr>
      </p:sp>
      <p:sp>
        <p:nvSpPr>
          <p:cNvPr id="9" name="Text 6"/>
          <p:cNvSpPr txBox="1"/>
          <p:nvPr/>
        </p:nvSpPr>
        <p:spPr>
          <a:xfrm>
            <a:off x="685800" y="1463040"/>
            <a:ext cx="1871411" cy="548640"/>
          </a:xfrm>
          <a:prstGeom prst="rect">
            <a:avLst/>
          </a:prstGeom>
          <a:noFill/>
          <a:ln/>
        </p:spPr>
        <p:txBody>
          <a:bodyPr wrap="square" lIns="0" tIns="0" rIns="0" bIns="0" rtlCol="0" anchor="ctr"/>
          <a:lstStyle/>
          <a:p>
            <a:pPr indent="0" marL="0">
              <a:buNone/>
            </a:pPr>
            <a:r>
              <a:rPr lang="en-US" sz="2800" b="1" dirty="0">
                <a:solidFill>
                  <a:srgbClr val="1D1D1F"/>
                </a:solidFill>
                <a:latin typeface="Arial" pitchFamily="34" charset="0"/>
                <a:ea typeface="Arial" pitchFamily="34" charset="-122"/>
                <a:cs typeface="Arial" pitchFamily="34" charset="-120"/>
              </a:rPr>
              <a:t>10/3</a:t>
            </a:r>
            <a:endParaRPr lang="en-US" sz="2800" dirty="0"/>
          </a:p>
        </p:txBody>
      </p:sp>
      <p:sp>
        <p:nvSpPr>
          <p:cNvPr id="10" name="Text 7"/>
          <p:cNvSpPr txBox="1"/>
          <p:nvPr/>
        </p:nvSpPr>
        <p:spPr>
          <a:xfrm>
            <a:off x="685800" y="2743200"/>
            <a:ext cx="1871411" cy="2011680"/>
          </a:xfrm>
          <a:prstGeom prst="rect">
            <a:avLst/>
          </a:prstGeom>
          <a:noFill/>
          <a:ln/>
        </p:spPr>
        <p:txBody>
          <a:bodyPr wrap="square" lIns="0" tIns="0" rIns="0" bIns="0" rtlCol="0" anchor="t"/>
          <a:lstStyle/>
          <a:p>
            <a:pPr indent="0" marL="0">
              <a:lnSpc>
                <a:spcPct val="110000"/>
              </a:lnSpc>
              <a:buNone/>
            </a:pPr>
            <a:r>
              <a:rPr lang="en-US" sz="2000" b="1" dirty="0">
                <a:solidFill>
                  <a:srgbClr val="1D1D1F"/>
                </a:solidFill>
                <a:latin typeface="Arial" pitchFamily="34" charset="0"/>
                <a:ea typeface="Arial" pitchFamily="34" charset="-122"/>
                <a:cs typeface="Arial" pitchFamily="34" charset="-120"/>
              </a:rPr>
              <a:t>오늘</a:t>
            </a:r>
            <a:endParaRPr lang="en-US" sz="2000" dirty="0"/>
          </a:p>
          <a:p>
            <a:pPr indent="0" marL="0">
              <a:lnSpc>
                <a:spcPct val="110000"/>
              </a:lnSpc>
              <a:buNone/>
            </a:pPr>
            <a:r>
              <a:rPr lang="en-US" sz="1500" dirty="0">
                <a:solidFill>
                  <a:srgbClr val="1D1D1F"/>
                </a:solidFill>
                <a:latin typeface="Arial" pitchFamily="34" charset="0"/>
                <a:ea typeface="Arial" pitchFamily="34" charset="-122"/>
                <a:cs typeface="Arial" pitchFamily="34" charset="-120"/>
              </a:rPr>
              <a:t>역할 신청</a:t>
            </a:r>
            <a:endParaRPr lang="en-US" sz="2000" dirty="0"/>
          </a:p>
          <a:p>
            <a:pPr indent="0" marL="0">
              <a:lnSpc>
                <a:spcPct val="110000"/>
              </a:lnSpc>
              <a:buNone/>
            </a:pPr>
            <a:r>
              <a:rPr lang="en-US" sz="1300" dirty="0">
                <a:solidFill>
                  <a:srgbClr val="6E6E73"/>
                </a:solidFill>
                <a:latin typeface="Arial" pitchFamily="34" charset="0"/>
                <a:ea typeface="Arial" pitchFamily="34" charset="-122"/>
                <a:cs typeface="Arial" pitchFamily="34" charset="-120"/>
              </a:rPr>
              <a:t>Sign-ups today</a:t>
            </a:r>
            <a:endParaRPr lang="en-US" sz="2000" dirty="0"/>
          </a:p>
        </p:txBody>
      </p:sp>
      <p:sp>
        <p:nvSpPr>
          <p:cNvPr id="11" name="Shape 8"/>
          <p:cNvSpPr/>
          <p:nvPr/>
        </p:nvSpPr>
        <p:spPr>
          <a:xfrm>
            <a:off x="2922971" y="2221992"/>
            <a:ext cx="219456" cy="219456"/>
          </a:xfrm>
          <a:prstGeom prst="ellipse">
            <a:avLst/>
          </a:prstGeom>
          <a:solidFill>
            <a:srgbClr val="9BC23A"/>
          </a:solidFill>
          <a:ln w="25400">
            <a:solidFill>
              <a:srgbClr val="FFFFFF"/>
            </a:solidFill>
            <a:prstDash val="solid"/>
          </a:ln>
        </p:spPr>
      </p:sp>
      <p:sp>
        <p:nvSpPr>
          <p:cNvPr id="12" name="Text 9"/>
          <p:cNvSpPr txBox="1"/>
          <p:nvPr/>
        </p:nvSpPr>
        <p:spPr>
          <a:xfrm>
            <a:off x="2922971" y="1463040"/>
            <a:ext cx="1871411" cy="548640"/>
          </a:xfrm>
          <a:prstGeom prst="rect">
            <a:avLst/>
          </a:prstGeom>
          <a:noFill/>
          <a:ln/>
        </p:spPr>
        <p:txBody>
          <a:bodyPr wrap="square" lIns="0" tIns="0" rIns="0" bIns="0" rtlCol="0" anchor="ctr"/>
          <a:lstStyle/>
          <a:p>
            <a:pPr indent="0" marL="0">
              <a:buNone/>
            </a:pPr>
            <a:r>
              <a:rPr lang="en-US" sz="2800" b="1" dirty="0">
                <a:solidFill>
                  <a:srgbClr val="1D1D1F"/>
                </a:solidFill>
                <a:latin typeface="Arial" pitchFamily="34" charset="0"/>
                <a:ea typeface="Arial" pitchFamily="34" charset="-122"/>
                <a:cs typeface="Arial" pitchFamily="34" charset="-120"/>
              </a:rPr>
              <a:t>10/7</a:t>
            </a:r>
            <a:endParaRPr lang="en-US" sz="2800" dirty="0"/>
          </a:p>
        </p:txBody>
      </p:sp>
      <p:sp>
        <p:nvSpPr>
          <p:cNvPr id="13" name="Text 10"/>
          <p:cNvSpPr txBox="1"/>
          <p:nvPr/>
        </p:nvSpPr>
        <p:spPr>
          <a:xfrm>
            <a:off x="2922971" y="2743200"/>
            <a:ext cx="1871411" cy="2011680"/>
          </a:xfrm>
          <a:prstGeom prst="rect">
            <a:avLst/>
          </a:prstGeom>
          <a:noFill/>
          <a:ln/>
        </p:spPr>
        <p:txBody>
          <a:bodyPr wrap="square" lIns="0" tIns="0" rIns="0" bIns="0" rtlCol="0" anchor="t"/>
          <a:lstStyle/>
          <a:p>
            <a:pPr indent="0" marL="0">
              <a:lnSpc>
                <a:spcPct val="110000"/>
              </a:lnSpc>
              <a:buNone/>
            </a:pPr>
            <a:r>
              <a:rPr lang="en-US" sz="2000" b="1" dirty="0">
                <a:solidFill>
                  <a:srgbClr val="1D1D1F"/>
                </a:solidFill>
                <a:latin typeface="Arial" pitchFamily="34" charset="0"/>
                <a:ea typeface="Arial" pitchFamily="34" charset="-122"/>
                <a:cs typeface="Arial" pitchFamily="34" charset="-120"/>
              </a:rPr>
              <a:t>안내</a:t>
            </a:r>
            <a:endParaRPr lang="en-US" sz="2000" dirty="0"/>
          </a:p>
          <a:p>
            <a:pPr indent="0" marL="0">
              <a:lnSpc>
                <a:spcPct val="110000"/>
              </a:lnSpc>
              <a:buNone/>
            </a:pPr>
            <a:r>
              <a:rPr lang="en-US" sz="1500" dirty="0">
                <a:solidFill>
                  <a:srgbClr val="1D1D1F"/>
                </a:solidFill>
                <a:latin typeface="Arial" pitchFamily="34" charset="0"/>
                <a:ea typeface="Arial" pitchFamily="34" charset="-122"/>
                <a:cs typeface="Arial" pitchFamily="34" charset="-120"/>
              </a:rPr>
              <a:t>학부모 안내문 · 참석 조사</a:t>
            </a:r>
            <a:endParaRPr lang="en-US" sz="2000" dirty="0"/>
          </a:p>
          <a:p>
            <a:pPr indent="0" marL="0">
              <a:lnSpc>
                <a:spcPct val="110000"/>
              </a:lnSpc>
              <a:buNone/>
            </a:pPr>
            <a:r>
              <a:rPr lang="en-US" sz="1300" dirty="0">
                <a:solidFill>
                  <a:srgbClr val="6E6E73"/>
                </a:solidFill>
                <a:latin typeface="Arial" pitchFamily="34" charset="0"/>
                <a:ea typeface="Arial" pitchFamily="34" charset="-122"/>
                <a:cs typeface="Arial" pitchFamily="34" charset="-120"/>
              </a:rPr>
              <a:t>Parent notice + RSVP out</a:t>
            </a:r>
            <a:endParaRPr lang="en-US" sz="2000" dirty="0"/>
          </a:p>
        </p:txBody>
      </p:sp>
      <p:sp>
        <p:nvSpPr>
          <p:cNvPr id="14" name="Shape 11"/>
          <p:cNvSpPr/>
          <p:nvPr/>
        </p:nvSpPr>
        <p:spPr>
          <a:xfrm>
            <a:off x="5160142" y="2221992"/>
            <a:ext cx="219456" cy="219456"/>
          </a:xfrm>
          <a:prstGeom prst="ellipse">
            <a:avLst/>
          </a:prstGeom>
          <a:solidFill>
            <a:srgbClr val="9BC23A"/>
          </a:solidFill>
          <a:ln w="25400">
            <a:solidFill>
              <a:srgbClr val="FFFFFF"/>
            </a:solidFill>
            <a:prstDash val="solid"/>
          </a:ln>
        </p:spPr>
      </p:sp>
      <p:sp>
        <p:nvSpPr>
          <p:cNvPr id="15" name="Text 12"/>
          <p:cNvSpPr txBox="1"/>
          <p:nvPr/>
        </p:nvSpPr>
        <p:spPr>
          <a:xfrm>
            <a:off x="5160142" y="1463040"/>
            <a:ext cx="1871411" cy="548640"/>
          </a:xfrm>
          <a:prstGeom prst="rect">
            <a:avLst/>
          </a:prstGeom>
          <a:noFill/>
          <a:ln/>
        </p:spPr>
        <p:txBody>
          <a:bodyPr wrap="square" lIns="0" tIns="0" rIns="0" bIns="0" rtlCol="0" anchor="ctr"/>
          <a:lstStyle/>
          <a:p>
            <a:pPr indent="0" marL="0">
              <a:buNone/>
            </a:pPr>
            <a:r>
              <a:rPr lang="en-US" sz="2800" b="1" dirty="0">
                <a:solidFill>
                  <a:srgbClr val="1D1D1F"/>
                </a:solidFill>
                <a:latin typeface="Arial" pitchFamily="34" charset="0"/>
                <a:ea typeface="Arial" pitchFamily="34" charset="-122"/>
                <a:cs typeface="Arial" pitchFamily="34" charset="-120"/>
              </a:rPr>
              <a:t>10/10</a:t>
            </a:r>
            <a:endParaRPr lang="en-US" sz="2800" dirty="0"/>
          </a:p>
        </p:txBody>
      </p:sp>
      <p:sp>
        <p:nvSpPr>
          <p:cNvPr id="16" name="Text 13"/>
          <p:cNvSpPr txBox="1"/>
          <p:nvPr/>
        </p:nvSpPr>
        <p:spPr>
          <a:xfrm>
            <a:off x="5160142" y="2743200"/>
            <a:ext cx="1871411" cy="2011680"/>
          </a:xfrm>
          <a:prstGeom prst="rect">
            <a:avLst/>
          </a:prstGeom>
          <a:noFill/>
          <a:ln/>
        </p:spPr>
        <p:txBody>
          <a:bodyPr wrap="square" lIns="0" tIns="0" rIns="0" bIns="0" rtlCol="0" anchor="t"/>
          <a:lstStyle/>
          <a:p>
            <a:pPr indent="0" marL="0">
              <a:lnSpc>
                <a:spcPct val="110000"/>
              </a:lnSpc>
              <a:buNone/>
            </a:pPr>
            <a:r>
              <a:rPr lang="en-US" sz="2000" b="1" dirty="0">
                <a:solidFill>
                  <a:srgbClr val="1D1D1F"/>
                </a:solidFill>
                <a:latin typeface="Arial" pitchFamily="34" charset="0"/>
                <a:ea typeface="Arial" pitchFamily="34" charset="-122"/>
                <a:cs typeface="Arial" pitchFamily="34" charset="-120"/>
              </a:rPr>
              <a:t>방학</a:t>
            </a:r>
            <a:endParaRPr lang="en-US" sz="2000" dirty="0"/>
          </a:p>
          <a:p>
            <a:pPr indent="0" marL="0">
              <a:lnSpc>
                <a:spcPct val="110000"/>
              </a:lnSpc>
              <a:buNone/>
            </a:pPr>
            <a:r>
              <a:rPr lang="en-US" sz="1500" dirty="0">
                <a:solidFill>
                  <a:srgbClr val="1D1D1F"/>
                </a:solidFill>
                <a:latin typeface="Arial" pitchFamily="34" charset="0"/>
                <a:ea typeface="Arial" pitchFamily="34" charset="-122"/>
                <a:cs typeface="Arial" pitchFamily="34" charset="-120"/>
              </a:rPr>
              <a:t>수업 없음</a:t>
            </a:r>
            <a:endParaRPr lang="en-US" sz="2000" dirty="0"/>
          </a:p>
          <a:p>
            <a:pPr indent="0" marL="0">
              <a:lnSpc>
                <a:spcPct val="110000"/>
              </a:lnSpc>
              <a:buNone/>
            </a:pPr>
            <a:r>
              <a:rPr lang="en-US" sz="1300" dirty="0">
                <a:solidFill>
                  <a:srgbClr val="6E6E73"/>
                </a:solidFill>
                <a:latin typeface="Arial" pitchFamily="34" charset="0"/>
                <a:ea typeface="Arial" pitchFamily="34" charset="-122"/>
                <a:cs typeface="Arial" pitchFamily="34" charset="-120"/>
              </a:rPr>
              <a:t>Fall break</a:t>
            </a:r>
            <a:endParaRPr lang="en-US" sz="2000" dirty="0"/>
          </a:p>
        </p:txBody>
      </p:sp>
      <p:sp>
        <p:nvSpPr>
          <p:cNvPr id="17" name="Shape 14"/>
          <p:cNvSpPr/>
          <p:nvPr/>
        </p:nvSpPr>
        <p:spPr>
          <a:xfrm>
            <a:off x="7397313" y="2221992"/>
            <a:ext cx="219456" cy="219456"/>
          </a:xfrm>
          <a:prstGeom prst="ellipse">
            <a:avLst/>
          </a:prstGeom>
          <a:solidFill>
            <a:srgbClr val="9BC23A"/>
          </a:solidFill>
          <a:ln w="25400">
            <a:solidFill>
              <a:srgbClr val="FFFFFF"/>
            </a:solidFill>
            <a:prstDash val="solid"/>
          </a:ln>
        </p:spPr>
      </p:sp>
      <p:sp>
        <p:nvSpPr>
          <p:cNvPr id="18" name="Text 15"/>
          <p:cNvSpPr txBox="1"/>
          <p:nvPr/>
        </p:nvSpPr>
        <p:spPr>
          <a:xfrm>
            <a:off x="7397313" y="1463040"/>
            <a:ext cx="1871411" cy="548640"/>
          </a:xfrm>
          <a:prstGeom prst="rect">
            <a:avLst/>
          </a:prstGeom>
          <a:noFill/>
          <a:ln/>
        </p:spPr>
        <p:txBody>
          <a:bodyPr wrap="square" lIns="0" tIns="0" rIns="0" bIns="0" rtlCol="0" anchor="ctr"/>
          <a:lstStyle/>
          <a:p>
            <a:pPr indent="0" marL="0">
              <a:buNone/>
            </a:pPr>
            <a:r>
              <a:rPr lang="en-US" sz="2800" b="1" dirty="0">
                <a:solidFill>
                  <a:srgbClr val="1D1D1F"/>
                </a:solidFill>
                <a:latin typeface="Arial" pitchFamily="34" charset="0"/>
                <a:ea typeface="Arial" pitchFamily="34" charset="-122"/>
                <a:cs typeface="Arial" pitchFamily="34" charset="-120"/>
              </a:rPr>
              <a:t>10/17</a:t>
            </a:r>
            <a:endParaRPr lang="en-US" sz="2800" dirty="0"/>
          </a:p>
        </p:txBody>
      </p:sp>
      <p:sp>
        <p:nvSpPr>
          <p:cNvPr id="19" name="Text 16"/>
          <p:cNvSpPr txBox="1"/>
          <p:nvPr/>
        </p:nvSpPr>
        <p:spPr>
          <a:xfrm>
            <a:off x="7397313" y="2743200"/>
            <a:ext cx="1871411" cy="2011680"/>
          </a:xfrm>
          <a:prstGeom prst="rect">
            <a:avLst/>
          </a:prstGeom>
          <a:noFill/>
          <a:ln/>
        </p:spPr>
        <p:txBody>
          <a:bodyPr wrap="square" lIns="0" tIns="0" rIns="0" bIns="0" rtlCol="0" anchor="t"/>
          <a:lstStyle/>
          <a:p>
            <a:pPr indent="0" marL="0">
              <a:lnSpc>
                <a:spcPct val="110000"/>
              </a:lnSpc>
              <a:buNone/>
            </a:pPr>
            <a:r>
              <a:rPr lang="en-US" sz="2000" b="1" dirty="0">
                <a:solidFill>
                  <a:srgbClr val="1D1D1F"/>
                </a:solidFill>
                <a:latin typeface="Arial" pitchFamily="34" charset="0"/>
                <a:ea typeface="Arial" pitchFamily="34" charset="-122"/>
                <a:cs typeface="Arial" pitchFamily="34" charset="-120"/>
              </a:rPr>
              <a:t>점검</a:t>
            </a:r>
            <a:endParaRPr lang="en-US" sz="2000" dirty="0"/>
          </a:p>
          <a:p>
            <a:pPr indent="0" marL="0">
              <a:lnSpc>
                <a:spcPct val="110000"/>
              </a:lnSpc>
              <a:buNone/>
            </a:pPr>
            <a:r>
              <a:rPr lang="en-US" sz="1500" dirty="0">
                <a:solidFill>
                  <a:srgbClr val="1D1D1F"/>
                </a:solidFill>
                <a:latin typeface="Arial" pitchFamily="34" charset="0"/>
                <a:ea typeface="Arial" pitchFamily="34" charset="-122"/>
                <a:cs typeface="Arial" pitchFamily="34" charset="-120"/>
              </a:rPr>
              <a:t>준비물 · 참석 인원 최종 확인</a:t>
            </a:r>
            <a:endParaRPr lang="en-US" sz="2000" dirty="0"/>
          </a:p>
          <a:p>
            <a:pPr indent="0" marL="0">
              <a:lnSpc>
                <a:spcPct val="110000"/>
              </a:lnSpc>
              <a:buNone/>
            </a:pPr>
            <a:r>
              <a:rPr lang="en-US" sz="1300" dirty="0">
                <a:solidFill>
                  <a:srgbClr val="6E6E73"/>
                </a:solidFill>
                <a:latin typeface="Arial" pitchFamily="34" charset="0"/>
                <a:ea typeface="Arial" pitchFamily="34" charset="-122"/>
                <a:cs typeface="Arial" pitchFamily="34" charset="-120"/>
              </a:rPr>
              <a:t>Final check: supplies, headcount</a:t>
            </a:r>
            <a:endParaRPr lang="en-US" sz="2000" dirty="0"/>
          </a:p>
        </p:txBody>
      </p:sp>
      <p:sp>
        <p:nvSpPr>
          <p:cNvPr id="20" name="Shape 17"/>
          <p:cNvSpPr/>
          <p:nvPr/>
        </p:nvSpPr>
        <p:spPr>
          <a:xfrm>
            <a:off x="9634484" y="2221992"/>
            <a:ext cx="219456" cy="219456"/>
          </a:xfrm>
          <a:prstGeom prst="ellipse">
            <a:avLst/>
          </a:prstGeom>
          <a:solidFill>
            <a:srgbClr val="D23C4C"/>
          </a:solidFill>
          <a:ln w="25400">
            <a:solidFill>
              <a:srgbClr val="FFFFFF"/>
            </a:solidFill>
            <a:prstDash val="solid"/>
          </a:ln>
        </p:spPr>
      </p:sp>
      <p:sp>
        <p:nvSpPr>
          <p:cNvPr id="21" name="Shape 18"/>
          <p:cNvSpPr/>
          <p:nvPr/>
        </p:nvSpPr>
        <p:spPr>
          <a:xfrm>
            <a:off x="9451604" y="2560320"/>
            <a:ext cx="2054291" cy="1554480"/>
          </a:xfrm>
          <a:prstGeom prst="roundRect">
            <a:avLst>
              <a:gd name="adj" fmla="val 8824"/>
            </a:avLst>
          </a:prstGeom>
          <a:solidFill>
            <a:srgbClr val="FBEBEC"/>
          </a:solidFill>
          <a:ln w="12700">
            <a:solidFill>
              <a:srgbClr val="FBEBEC"/>
            </a:solidFill>
            <a:prstDash val="solid"/>
          </a:ln>
        </p:spPr>
      </p:sp>
      <p:sp>
        <p:nvSpPr>
          <p:cNvPr id="22" name="Text 19"/>
          <p:cNvSpPr txBox="1"/>
          <p:nvPr/>
        </p:nvSpPr>
        <p:spPr>
          <a:xfrm>
            <a:off x="9634484" y="1463040"/>
            <a:ext cx="1871411" cy="548640"/>
          </a:xfrm>
          <a:prstGeom prst="rect">
            <a:avLst/>
          </a:prstGeom>
          <a:noFill/>
          <a:ln/>
        </p:spPr>
        <p:txBody>
          <a:bodyPr wrap="square" lIns="0" tIns="0" rIns="0" bIns="0" rtlCol="0" anchor="ctr"/>
          <a:lstStyle/>
          <a:p>
            <a:pPr indent="0" marL="0">
              <a:buNone/>
            </a:pPr>
            <a:r>
              <a:rPr lang="en-US" sz="2800" b="1" dirty="0">
                <a:solidFill>
                  <a:srgbClr val="D23C4C"/>
                </a:solidFill>
                <a:latin typeface="Arial" pitchFamily="34" charset="0"/>
                <a:ea typeface="Arial" pitchFamily="34" charset="-122"/>
                <a:cs typeface="Arial" pitchFamily="34" charset="-120"/>
              </a:rPr>
              <a:t>10/24</a:t>
            </a:r>
            <a:endParaRPr lang="en-US" sz="2800" dirty="0"/>
          </a:p>
        </p:txBody>
      </p:sp>
      <p:sp>
        <p:nvSpPr>
          <p:cNvPr id="23" name="Text 20"/>
          <p:cNvSpPr txBox="1"/>
          <p:nvPr/>
        </p:nvSpPr>
        <p:spPr>
          <a:xfrm>
            <a:off x="9634484" y="2743200"/>
            <a:ext cx="1871411" cy="2011680"/>
          </a:xfrm>
          <a:prstGeom prst="rect">
            <a:avLst/>
          </a:prstGeom>
          <a:noFill/>
          <a:ln/>
        </p:spPr>
        <p:txBody>
          <a:bodyPr wrap="square" lIns="0" tIns="0" rIns="0" bIns="0" rtlCol="0" anchor="t"/>
          <a:lstStyle/>
          <a:p>
            <a:pPr indent="0" marL="0">
              <a:lnSpc>
                <a:spcPct val="110000"/>
              </a:lnSpc>
              <a:buNone/>
            </a:pPr>
            <a:r>
              <a:rPr lang="en-US" sz="2000" b="1" dirty="0">
                <a:solidFill>
                  <a:srgbClr val="D23C4C"/>
                </a:solidFill>
                <a:latin typeface="Arial" pitchFamily="34" charset="0"/>
                <a:ea typeface="Arial" pitchFamily="34" charset="-122"/>
                <a:cs typeface="Arial" pitchFamily="34" charset="-120"/>
              </a:rPr>
              <a:t>가을 운동회</a:t>
            </a:r>
            <a:endParaRPr lang="en-US" sz="2000" dirty="0"/>
          </a:p>
          <a:p>
            <a:pPr indent="0" marL="0">
              <a:lnSpc>
                <a:spcPct val="110000"/>
              </a:lnSpc>
              <a:buNone/>
            </a:pPr>
            <a:r>
              <a:rPr lang="en-US" sz="1500" dirty="0">
                <a:solidFill>
                  <a:srgbClr val="1D1D1F"/>
                </a:solidFill>
                <a:latin typeface="Arial" pitchFamily="34" charset="0"/>
                <a:ea typeface="Arial" pitchFamily="34" charset="-122"/>
                <a:cs typeface="Arial" pitchFamily="34" charset="-120"/>
              </a:rPr>
              <a:t>10:00 – 12:30</a:t>
            </a:r>
            <a:endParaRPr lang="en-US" sz="2000" dirty="0"/>
          </a:p>
          <a:p>
            <a:pPr indent="0" marL="0">
              <a:lnSpc>
                <a:spcPct val="110000"/>
              </a:lnSpc>
              <a:buNone/>
            </a:pPr>
            <a:r>
              <a:rPr lang="en-US" sz="1500" dirty="0">
                <a:solidFill>
                  <a:srgbClr val="1D1D1F"/>
                </a:solidFill>
                <a:latin typeface="Arial" pitchFamily="34" charset="0"/>
                <a:ea typeface="Arial" pitchFamily="34" charset="-122"/>
                <a:cs typeface="Arial" pitchFamily="34" charset="-120"/>
              </a:rPr>
              <a:t>셋업 9:00</a:t>
            </a:r>
            <a:endParaRPr lang="en-US" sz="2000" dirty="0"/>
          </a:p>
          <a:p>
            <a:pPr indent="0" marL="0">
              <a:lnSpc>
                <a:spcPct val="110000"/>
              </a:lnSpc>
              <a:buNone/>
            </a:pPr>
            <a:r>
              <a:rPr lang="en-US" sz="1300" dirty="0">
                <a:solidFill>
                  <a:srgbClr val="6E6E73"/>
                </a:solidFill>
                <a:latin typeface="Arial" pitchFamily="34" charset="0"/>
                <a:ea typeface="Arial" pitchFamily="34" charset="-122"/>
                <a:cs typeface="Arial" pitchFamily="34" charset="-120"/>
              </a:rPr>
              <a:t>Field Day · setup 9 AM</a:t>
            </a:r>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6400800"/>
            <a:ext cx="6400800" cy="274320"/>
          </a:xfrm>
          <a:prstGeom prst="rect">
            <a:avLst/>
          </a:prstGeom>
          <a:noFill/>
          <a:ln/>
        </p:spPr>
        <p:txBody>
          <a:bodyPr wrap="square" lIns="0" tIns="0" rIns="0" bIns="0" rtlCol="0" anchor="ctr"/>
          <a:lstStyle/>
          <a:p>
            <a:pPr indent="0" marL="0">
              <a:buNone/>
            </a:pPr>
            <a:r>
              <a:rPr lang="en-US" sz="1000" dirty="0">
                <a:solidFill>
                  <a:srgbClr val="6E6E73"/>
                </a:solidFill>
                <a:latin typeface="Arial" pitchFamily="34" charset="0"/>
                <a:ea typeface="Arial" pitchFamily="34" charset="-122"/>
                <a:cs typeface="Arial" pitchFamily="34" charset="-120"/>
              </a:rPr>
              <a:t>북알라바마 한국학교 · 교사회의 2026.10.03</a:t>
            </a:r>
            <a:endParaRPr lang="en-US" sz="1000" dirty="0"/>
          </a:p>
        </p:txBody>
      </p:sp>
      <p:sp>
        <p:nvSpPr>
          <p:cNvPr id="3" name="Text 1"/>
          <p:cNvSpPr txBox="1"/>
          <p:nvPr/>
        </p:nvSpPr>
        <p:spPr>
          <a:xfrm>
            <a:off x="10591495" y="6400800"/>
            <a:ext cx="914400" cy="274320"/>
          </a:xfrm>
          <a:prstGeom prst="rect">
            <a:avLst/>
          </a:prstGeom>
          <a:noFill/>
          <a:ln/>
        </p:spPr>
        <p:txBody>
          <a:bodyPr wrap="square" lIns="0" tIns="0" rIns="0" bIns="0" rtlCol="0" anchor="ctr"/>
          <a:lstStyle/>
          <a:p>
            <a:pPr algn="r" indent="0" marL="0">
              <a:buNone/>
            </a:pPr>
            <a:r>
              <a:rPr lang="en-US" sz="1000" dirty="0">
                <a:solidFill>
                  <a:srgbClr val="6E6E73"/>
                </a:solidFill>
                <a:latin typeface="Arial" pitchFamily="34" charset="0"/>
                <a:ea typeface="Arial" pitchFamily="34" charset="-122"/>
                <a:cs typeface="Arial" pitchFamily="34" charset="-120"/>
              </a:rPr>
              <a:t>15</a:t>
            </a:r>
            <a:endParaRPr lang="en-US" sz="1000" dirty="0"/>
          </a:p>
        </p:txBody>
      </p:sp>
      <p:pic>
        <p:nvPicPr>
          <p:cNvPr id="5" name="Image 0" descr="logo-emblem.png">    </p:cNvPr>
          <p:cNvPicPr>
            <a:picLocks noChangeAspect="1"/>
          </p:cNvPicPr>
          <p:nvPr/>
        </p:nvPicPr>
        <p:blipFill>
          <a:blip r:embed="rId1"/>
          <a:stretch>
            <a:fillRect/>
          </a:stretch>
        </p:blipFill>
        <p:spPr>
          <a:xfrm>
            <a:off x="685800" y="548640"/>
            <a:ext cx="566928" cy="594360"/>
          </a:xfrm>
          <a:prstGeom prst="rect">
            <a:avLst/>
          </a:prstGeom>
        </p:spPr>
      </p:pic>
      <p:sp>
        <p:nvSpPr>
          <p:cNvPr id="6" name="Text 2"/>
          <p:cNvSpPr txBox="1"/>
          <p:nvPr/>
        </p:nvSpPr>
        <p:spPr>
          <a:xfrm>
            <a:off x="685800" y="2377440"/>
            <a:ext cx="10820095" cy="1005840"/>
          </a:xfrm>
          <a:prstGeom prst="rect">
            <a:avLst/>
          </a:prstGeom>
          <a:noFill/>
          <a:ln/>
        </p:spPr>
        <p:txBody>
          <a:bodyPr wrap="square" lIns="0" tIns="0" rIns="0" bIns="0" rtlCol="0" anchor="ctr"/>
          <a:lstStyle/>
          <a:p>
            <a:pPr indent="0" marL="0">
              <a:buNone/>
            </a:pPr>
            <a:r>
              <a:rPr lang="en-US" sz="5400" b="1" dirty="0">
                <a:solidFill>
                  <a:srgbClr val="1D1D1F"/>
                </a:solidFill>
                <a:latin typeface="Arial" pitchFamily="34" charset="0"/>
                <a:ea typeface="Arial" pitchFamily="34" charset="-122"/>
                <a:cs typeface="Arial" pitchFamily="34" charset="-120"/>
              </a:rPr>
              <a:t>감사합니다</a:t>
            </a:r>
            <a:endParaRPr lang="en-US" sz="5400" dirty="0"/>
          </a:p>
        </p:txBody>
      </p:sp>
      <p:sp>
        <p:nvSpPr>
          <p:cNvPr id="7" name="Text 3"/>
          <p:cNvSpPr txBox="1"/>
          <p:nvPr/>
        </p:nvSpPr>
        <p:spPr>
          <a:xfrm>
            <a:off x="685800" y="3429000"/>
            <a:ext cx="10820095" cy="548640"/>
          </a:xfrm>
          <a:prstGeom prst="rect">
            <a:avLst/>
          </a:prstGeom>
          <a:noFill/>
          <a:ln/>
        </p:spPr>
        <p:txBody>
          <a:bodyPr wrap="square" lIns="0" tIns="0" rIns="0" bIns="0" rtlCol="0" anchor="ctr"/>
          <a:lstStyle/>
          <a:p>
            <a:pPr indent="0" marL="0">
              <a:buNone/>
            </a:pPr>
            <a:r>
              <a:rPr lang="en-US" sz="2400" b="1" dirty="0">
                <a:solidFill>
                  <a:srgbClr val="D23C4C"/>
                </a:solidFill>
                <a:latin typeface="Arial" pitchFamily="34" charset="0"/>
                <a:ea typeface="Arial" pitchFamily="34" charset="-122"/>
                <a:cs typeface="Arial" pitchFamily="34" charset="-120"/>
              </a:rPr>
              <a:t>질문 · 다른 게임 아이디어</a:t>
            </a:r>
            <a:endParaRPr lang="en-US" sz="2400" dirty="0"/>
          </a:p>
        </p:txBody>
      </p:sp>
      <p:sp>
        <p:nvSpPr>
          <p:cNvPr id="8" name="Text 4"/>
          <p:cNvSpPr txBox="1"/>
          <p:nvPr/>
        </p:nvSpPr>
        <p:spPr>
          <a:xfrm>
            <a:off x="685800" y="4023360"/>
            <a:ext cx="10820095" cy="457200"/>
          </a:xfrm>
          <a:prstGeom prst="rect">
            <a:avLst/>
          </a:prstGeom>
          <a:noFill/>
          <a:ln/>
        </p:spPr>
        <p:txBody>
          <a:bodyPr wrap="square" lIns="0" tIns="0" rIns="0" bIns="0" rtlCol="0" anchor="ctr"/>
          <a:lstStyle/>
          <a:p>
            <a:pPr indent="0" marL="0">
              <a:buNone/>
            </a:pPr>
            <a:r>
              <a:rPr lang="en-US" sz="1600" dirty="0">
                <a:solidFill>
                  <a:srgbClr val="6E6E73"/>
                </a:solidFill>
                <a:latin typeface="Arial" pitchFamily="34" charset="0"/>
                <a:ea typeface="Arial" pitchFamily="34" charset="-122"/>
                <a:cs typeface="Arial" pitchFamily="34" charset="-120"/>
              </a:rPr>
              <a:t>Thank you — questions and other game ideas welcome.</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교사회의 — 가을 운동회 · 가을 방학</dc:title>
  <dc:subject>PptxGenJS Presentation</dc:subject>
  <dc:creator>North Alabama Korean School</dc:creator>
  <cp:lastModifiedBy>North Alabama Korean School</cp:lastModifiedBy>
  <cp:revision>1</cp:revision>
  <dcterms:created xsi:type="dcterms:W3CDTF">2026-10-01T19:21:38Z</dcterms:created>
  <dcterms:modified xsi:type="dcterms:W3CDTF">2026-10-01T19:21:38Z</dcterms:modified>
</cp:coreProperties>
</file>